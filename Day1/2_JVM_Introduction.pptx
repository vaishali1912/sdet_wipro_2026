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6" r:id="rId4"/>
    <p:sldId id="258" r:id="rId5"/>
    <p:sldId id="259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1:26:42.255" v="8" actId="20577"/>
      <pc:docMkLst>
        <pc:docMk/>
      </pc:docMkLst>
      <pc:sldChg chg="modSp mod">
        <pc:chgData name="vaishali Sonanis" userId="0daaaab4af2c05f1" providerId="LiveId" clId="{6697AB85-906A-4E89-B76B-0AA369ED93DE}" dt="2026-04-22T11:26:42.255" v="8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1:26:42.255" v="8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0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8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6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4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7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8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6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5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9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2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7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7336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97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87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18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91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222953"/>
            <a:ext cx="6593681" cy="2387600"/>
          </a:xfrm>
        </p:spPr>
        <p:txBody>
          <a:bodyPr>
            <a:normAutofit/>
          </a:bodyPr>
          <a:lstStyle/>
          <a:p>
            <a:r>
              <a:rPr lang="en-IN" b="1" dirty="0"/>
              <a:t>JVM Architecture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JVM Architecture </a:t>
            </a:r>
            <a:r>
              <a:rPr dirty="0"/>
              <a:t>for Beginners</a:t>
            </a:r>
            <a:r>
              <a:rPr lang="en-US" dirty="0"/>
              <a:t>(Topic 2)</a:t>
            </a:r>
            <a:endParaRPr dirty="0"/>
          </a:p>
          <a:p>
            <a:r>
              <a:rPr dirty="0"/>
              <a:t>Trainer: </a:t>
            </a:r>
            <a:r>
              <a:rPr lang="en-US" dirty="0"/>
              <a:t>Vaishali </a:t>
            </a:r>
            <a:r>
              <a:rPr lang="en-US" dirty="0" err="1"/>
              <a:t>sonawane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434715"/>
            <a:ext cx="8093068" cy="6120985"/>
          </a:xfrm>
        </p:spPr>
        <p:txBody>
          <a:bodyPr/>
          <a:lstStyle/>
          <a:p>
            <a:endParaRPr dirty="0"/>
          </a:p>
          <a:p>
            <a:r>
              <a:rPr lang="en-IN" sz="4800" b="1" dirty="0"/>
              <a:t>What is JVM?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DFBC52-C381-3BFE-DF95-8D4735046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331" y="2459504"/>
            <a:ext cx="636584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JVM = Java Virtual Machine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Executes Java bytecode on any platform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Part of the Java Runtime Environment (JRE)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16DBB4-A565-0411-1E51-639FC9018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947" y="1740208"/>
            <a:ext cx="6175948" cy="5039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5C63D9-F13A-7F68-4110-21264159932E}"/>
              </a:ext>
            </a:extLst>
          </p:cNvPr>
          <p:cNvSpPr txBox="1"/>
          <p:nvPr/>
        </p:nvSpPr>
        <p:spPr>
          <a:xfrm>
            <a:off x="1603947" y="549851"/>
            <a:ext cx="5456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JVM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3180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287" y="148210"/>
            <a:ext cx="8452832" cy="1478570"/>
          </a:xfrm>
        </p:spPr>
        <p:txBody>
          <a:bodyPr>
            <a:normAutofit/>
          </a:bodyPr>
          <a:lstStyle/>
          <a:p>
            <a:r>
              <a:rPr lang="en-IN" sz="4800" b="1" dirty="0"/>
              <a:t>JVM Architecture Overview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66FA877-E8BA-D0CD-6E69-24122A316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18" y="1434677"/>
            <a:ext cx="873926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Loader Subsystem: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    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Load .class file, </a:t>
            </a:r>
            <a:r>
              <a:rPr lang="en-IN" sz="2400" dirty="0">
                <a:cs typeface="Arial" panose="020B0604020202020204" pitchFamily="34" charset="0"/>
              </a:rPr>
              <a:t>Linking (Verify, Prepare, Resolve),Initialization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Data Areas: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      </a:t>
            </a:r>
            <a:r>
              <a:rPr lang="en-US" altLang="en-US" sz="2000" b="1" dirty="0"/>
              <a:t>Method area, Heap, java Stack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  Execution Engine: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       </a:t>
            </a:r>
            <a:r>
              <a:rPr lang="en-US" sz="2400" b="1" dirty="0"/>
              <a:t>Interpreter</a:t>
            </a:r>
            <a:r>
              <a:rPr lang="en-US" sz="2400" dirty="0"/>
              <a:t> – Executes bytecode line by line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lang="en-US" sz="2400" b="1" dirty="0"/>
              <a:t>Garbage Collector</a:t>
            </a:r>
            <a:r>
              <a:rPr lang="en-US" sz="2400" dirty="0"/>
              <a:t> – Frees unused memory automatically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Native Interface: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/>
              <a:t>       Call native support like c/c++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Summary</a:t>
            </a:r>
            <a:endParaRPr sz="48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9B8A40A-FF8E-3A1B-D1C2-BF8ED8EEC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311" y="2305615"/>
            <a:ext cx="678313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 runs Java programs across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loading, execution, and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for Java’s platform independence &amp;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Loader, Runtime Areas, Engine, Native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146249"/>
              </p:ext>
            </p:extLst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144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JVM Architecture</vt:lpstr>
      <vt:lpstr>PowerPoint Presentation</vt:lpstr>
      <vt:lpstr>PowerPoint Presentation</vt:lpstr>
      <vt:lpstr>JVM Architecture Overview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5</cp:revision>
  <dcterms:created xsi:type="dcterms:W3CDTF">2013-01-27T09:14:16Z</dcterms:created>
  <dcterms:modified xsi:type="dcterms:W3CDTF">2026-04-22T11:26:45Z</dcterms:modified>
  <cp:category/>
</cp:coreProperties>
</file>