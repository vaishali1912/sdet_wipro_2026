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59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1B162-A968-4E81-BFBA-7DC8D61E9236}" v="1" dt="2026-04-22T11:27:14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1:27:01.251" v="7" actId="20577"/>
      <pc:docMkLst>
        <pc:docMk/>
      </pc:docMkLst>
      <pc:sldChg chg="modSp mod">
        <pc:chgData name="vaishali Sonanis" userId="0daaaab4af2c05f1" providerId="LiveId" clId="{6697AB85-906A-4E89-B76B-0AA369ED93DE}" dt="2026-04-22T11:27:01.251" v="7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1:27:01.251" v="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6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4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7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8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6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5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9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2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733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7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87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8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91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765" y="222953"/>
            <a:ext cx="8889166" cy="2387600"/>
          </a:xfrm>
        </p:spPr>
        <p:txBody>
          <a:bodyPr>
            <a:normAutofit/>
          </a:bodyPr>
          <a:lstStyle/>
          <a:p>
            <a:r>
              <a:rPr lang="en-IN" b="1" dirty="0"/>
              <a:t>Writing first java Program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107363"/>
            <a:ext cx="6593681" cy="1655762"/>
          </a:xfrm>
        </p:spPr>
        <p:txBody>
          <a:bodyPr/>
          <a:lstStyle/>
          <a:p>
            <a:r>
              <a:rPr lang="en-IN" dirty="0"/>
              <a:t>Writing first java program </a:t>
            </a:r>
            <a:r>
              <a:rPr lang="en-US" dirty="0"/>
              <a:t>(Topic 3)</a:t>
            </a:r>
            <a:endParaRPr dirty="0"/>
          </a:p>
          <a:p>
            <a:r>
              <a:rPr dirty="0"/>
              <a:t>Trainer: </a:t>
            </a:r>
            <a:r>
              <a:rPr lang="en-US" dirty="0"/>
              <a:t>Vaishali sonawane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434715"/>
            <a:ext cx="9563724" cy="6120985"/>
          </a:xfrm>
        </p:spPr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en-IN" sz="4800" b="1" dirty="0"/>
              <a:t>JAVA PROGRAM: HELLO WORLD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DFBC52-C381-3BFE-DF95-8D473504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331" y="2020644"/>
            <a:ext cx="61037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public class HelloWorld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   public static void main(String[] args)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      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             System.out.println("Hello, World!");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       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5C63D9-F13A-7F68-4110-21264159932E}"/>
              </a:ext>
            </a:extLst>
          </p:cNvPr>
          <p:cNvSpPr txBox="1"/>
          <p:nvPr/>
        </p:nvSpPr>
        <p:spPr>
          <a:xfrm>
            <a:off x="1004342" y="549851"/>
            <a:ext cx="8319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STEP-BY-STEP EXPLANATION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F88EA06-B5D2-3736-F690-B610A43D5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273" y="2222214"/>
            <a:ext cx="750763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 class HelloWorld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Access modifier. It means this class is visible to all other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Keyword used to define a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HelloWorld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name of the class. It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match the filename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HelloWorld.java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Opening brace — marks the beginning of the class body.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0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7E4C-81A0-0121-2564-9298B8B0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7EDC1D-8243-1674-3A53-C74D726A579E}"/>
              </a:ext>
            </a:extLst>
          </p:cNvPr>
          <p:cNvSpPr txBox="1"/>
          <p:nvPr/>
        </p:nvSpPr>
        <p:spPr>
          <a:xfrm>
            <a:off x="612943" y="25195"/>
            <a:ext cx="8319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STEP-BY-STEP EXPLANATION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EFF89-511C-15D8-8F53-72C867233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28" y="1043575"/>
            <a:ext cx="7536743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 static void main(String[] args)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This is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entry point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of any standalone Java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Let’s break this line down: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can be called from anywhere.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Belongs to the class rather than an object; JVM doesn't need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an object to call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Means this method doesn't return any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name of the method — Java starts running from 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String[] 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is used to receive command-line arguments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(optional input from the user when running the program).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Starts the body of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7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1069-F886-7E87-C21E-A0C0F19E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DABCDA6-6D3C-3FEB-9B58-462DBBC29387}"/>
              </a:ext>
            </a:extLst>
          </p:cNvPr>
          <p:cNvSpPr txBox="1"/>
          <p:nvPr/>
        </p:nvSpPr>
        <p:spPr>
          <a:xfrm>
            <a:off x="674559" y="440693"/>
            <a:ext cx="8319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STEP-BY-STEP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B2EF23-F661-4F49-2C0B-FBFA01776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391" y="2019369"/>
            <a:ext cx="780987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System.out.println("Hello, World!");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This line prints the message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Hello, World!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to the console.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built-in class from the java.lang package.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static object of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class; it represents the output stream (console).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println()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method that prints text followed by a new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"Hello, World!"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string you want to display.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5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Summary</a:t>
            </a:r>
            <a:endParaRPr sz="4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CB3620-C667-932C-154F-243F5682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50" y="2202020"/>
            <a:ext cx="6691318" cy="31494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146249"/>
              </p:ext>
            </p:extLst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77</TotalTime>
  <Words>324</Words>
  <Application>Microsoft Office PowerPoint</Application>
  <PresentationFormat>On-screen Show (4:3)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Unicode MS</vt:lpstr>
      <vt:lpstr>Tw Cen MT</vt:lpstr>
      <vt:lpstr>Circuit</vt:lpstr>
      <vt:lpstr>Writing first java Program</vt:lpstr>
      <vt:lpstr>PowerPoint Presentation</vt:lpstr>
      <vt:lpstr>PowerPoint Presentation</vt:lpstr>
      <vt:lpstr>PowerPoint Presentation</vt:lpstr>
      <vt:lpstr>PowerPoint Presentation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6</cp:revision>
  <dcterms:created xsi:type="dcterms:W3CDTF">2013-01-27T09:14:16Z</dcterms:created>
  <dcterms:modified xsi:type="dcterms:W3CDTF">2026-04-22T11:27:21Z</dcterms:modified>
  <cp:category/>
</cp:coreProperties>
</file>