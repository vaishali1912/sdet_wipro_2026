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73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shali Sonanis" userId="0daaaab4af2c05f1" providerId="LiveId" clId="{6697AB85-906A-4E89-B76B-0AA369ED93DE}"/>
    <pc:docChg chg="modSld">
      <pc:chgData name="vaishali Sonanis" userId="0daaaab4af2c05f1" providerId="LiveId" clId="{6697AB85-906A-4E89-B76B-0AA369ED93DE}" dt="2026-04-22T12:29:08.183" v="7" actId="20577"/>
      <pc:docMkLst>
        <pc:docMk/>
      </pc:docMkLst>
      <pc:sldChg chg="modSp mod">
        <pc:chgData name="vaishali Sonanis" userId="0daaaab4af2c05f1" providerId="LiveId" clId="{6697AB85-906A-4E89-B76B-0AA369ED93DE}" dt="2026-04-22T12:29:08.183" v="7" actId="20577"/>
        <pc:sldMkLst>
          <pc:docMk/>
          <pc:sldMk cId="0" sldId="256"/>
        </pc:sldMkLst>
        <pc:spChg chg="mod">
          <ac:chgData name="vaishali Sonanis" userId="0daaaab4af2c05f1" providerId="LiveId" clId="{6697AB85-906A-4E89-B76B-0AA369ED93DE}" dt="2026-04-22T12:29:08.183" v="7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46F14C-CA57-44D7-88A2-41839B8F65D8}" type="doc">
      <dgm:prSet loTypeId="urn:microsoft.com/office/officeart/2005/8/layout/gear1" loCatId="relationship" qsTypeId="urn:microsoft.com/office/officeart/2005/8/quickstyle/simple1" qsCatId="simple" csTypeId="urn:microsoft.com/office/officeart/2005/8/colors/accent1_2" csCatId="accent1" phldr="1"/>
      <dgm:spPr/>
    </dgm:pt>
    <dgm:pt modelId="{D4B7F56B-B693-4DE7-87BD-DC58DEC77A7C}">
      <dgm:prSet phldrT="[Text]"/>
      <dgm:spPr/>
      <dgm:t>
        <a:bodyPr/>
        <a:lstStyle/>
        <a:p>
          <a:r>
            <a:rPr lang="en-US" dirty="0"/>
            <a:t>Practice</a:t>
          </a:r>
          <a:endParaRPr lang="en-IN" dirty="0"/>
        </a:p>
      </dgm:t>
    </dgm:pt>
    <dgm:pt modelId="{CFD960E2-6A4D-4330-93F4-C062E1AD685E}" type="parTrans" cxnId="{049EA069-BB23-4106-85F8-45686C3501EE}">
      <dgm:prSet/>
      <dgm:spPr/>
      <dgm:t>
        <a:bodyPr/>
        <a:lstStyle/>
        <a:p>
          <a:endParaRPr lang="en-IN"/>
        </a:p>
      </dgm:t>
    </dgm:pt>
    <dgm:pt modelId="{DEA1BD7A-4AA9-4759-A6F6-1A8E5D5DC632}" type="sibTrans" cxnId="{049EA069-BB23-4106-85F8-45686C3501EE}">
      <dgm:prSet/>
      <dgm:spPr/>
      <dgm:t>
        <a:bodyPr/>
        <a:lstStyle/>
        <a:p>
          <a:endParaRPr lang="en-IN"/>
        </a:p>
      </dgm:t>
    </dgm:pt>
    <dgm:pt modelId="{F380B139-CBA8-42A9-8454-6BFFDF4B42A8}">
      <dgm:prSet phldrT="[Text]"/>
      <dgm:spPr/>
      <dgm:t>
        <a:bodyPr/>
        <a:lstStyle/>
        <a:p>
          <a:r>
            <a:rPr lang="en-US" dirty="0"/>
            <a:t>Repeat</a:t>
          </a:r>
          <a:endParaRPr lang="en-IN" dirty="0"/>
        </a:p>
      </dgm:t>
    </dgm:pt>
    <dgm:pt modelId="{7D2B5694-A41D-4ABC-91C3-53F606F299F1}" type="parTrans" cxnId="{E3581625-1DBF-41A8-A915-9965EAF8438A}">
      <dgm:prSet/>
      <dgm:spPr/>
      <dgm:t>
        <a:bodyPr/>
        <a:lstStyle/>
        <a:p>
          <a:endParaRPr lang="en-IN"/>
        </a:p>
      </dgm:t>
    </dgm:pt>
    <dgm:pt modelId="{D4E40678-47B2-474B-8A68-450B138E9E2B}" type="sibTrans" cxnId="{E3581625-1DBF-41A8-A915-9965EAF8438A}">
      <dgm:prSet/>
      <dgm:spPr/>
      <dgm:t>
        <a:bodyPr/>
        <a:lstStyle/>
        <a:p>
          <a:endParaRPr lang="en-IN"/>
        </a:p>
      </dgm:t>
    </dgm:pt>
    <dgm:pt modelId="{2FBFBD46-850B-4071-A194-6EC9E5312428}">
      <dgm:prSet phldrT="[Text]"/>
      <dgm:spPr/>
      <dgm:t>
        <a:bodyPr/>
        <a:lstStyle/>
        <a:p>
          <a:r>
            <a:rPr lang="en-US" dirty="0"/>
            <a:t>learn</a:t>
          </a:r>
          <a:endParaRPr lang="en-IN" dirty="0"/>
        </a:p>
      </dgm:t>
    </dgm:pt>
    <dgm:pt modelId="{E536066D-BA31-487E-BE9A-DD7EAE07BDEA}" type="parTrans" cxnId="{832DC077-DC90-4834-B9AE-373338CBAD96}">
      <dgm:prSet/>
      <dgm:spPr/>
      <dgm:t>
        <a:bodyPr/>
        <a:lstStyle/>
        <a:p>
          <a:endParaRPr lang="en-IN"/>
        </a:p>
      </dgm:t>
    </dgm:pt>
    <dgm:pt modelId="{33158BC8-5E08-4694-9F02-48978DD4D8C9}" type="sibTrans" cxnId="{832DC077-DC90-4834-B9AE-373338CBAD96}">
      <dgm:prSet/>
      <dgm:spPr/>
      <dgm:t>
        <a:bodyPr/>
        <a:lstStyle/>
        <a:p>
          <a:endParaRPr lang="en-IN"/>
        </a:p>
      </dgm:t>
    </dgm:pt>
    <dgm:pt modelId="{18FDE0F0-CC5B-41BC-9C37-E1EDEFDEE670}" type="pres">
      <dgm:prSet presAssocID="{0446F14C-CA57-44D7-88A2-41839B8F65D8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DFB23FBA-9DBE-48B4-B8C7-971F68A37FE7}" type="pres">
      <dgm:prSet presAssocID="{D4B7F56B-B693-4DE7-87BD-DC58DEC77A7C}" presName="gear1" presStyleLbl="node1" presStyleIdx="0" presStyleCnt="3">
        <dgm:presLayoutVars>
          <dgm:chMax val="1"/>
          <dgm:bulletEnabled val="1"/>
        </dgm:presLayoutVars>
      </dgm:prSet>
      <dgm:spPr/>
    </dgm:pt>
    <dgm:pt modelId="{223891B5-CF2D-4367-B0E1-557D78EADAF9}" type="pres">
      <dgm:prSet presAssocID="{D4B7F56B-B693-4DE7-87BD-DC58DEC77A7C}" presName="gear1srcNode" presStyleLbl="node1" presStyleIdx="0" presStyleCnt="3"/>
      <dgm:spPr/>
    </dgm:pt>
    <dgm:pt modelId="{E3A2D0AC-351A-4B72-81B9-6DC8268079E4}" type="pres">
      <dgm:prSet presAssocID="{D4B7F56B-B693-4DE7-87BD-DC58DEC77A7C}" presName="gear1dstNode" presStyleLbl="node1" presStyleIdx="0" presStyleCnt="3"/>
      <dgm:spPr/>
    </dgm:pt>
    <dgm:pt modelId="{EC2E1CA3-A489-4D0E-B99D-C2AFAF2ACF18}" type="pres">
      <dgm:prSet presAssocID="{F380B139-CBA8-42A9-8454-6BFFDF4B42A8}" presName="gear2" presStyleLbl="node1" presStyleIdx="1" presStyleCnt="3">
        <dgm:presLayoutVars>
          <dgm:chMax val="1"/>
          <dgm:bulletEnabled val="1"/>
        </dgm:presLayoutVars>
      </dgm:prSet>
      <dgm:spPr/>
    </dgm:pt>
    <dgm:pt modelId="{3F08A371-0C74-42D0-AF47-AA6A92F11361}" type="pres">
      <dgm:prSet presAssocID="{F380B139-CBA8-42A9-8454-6BFFDF4B42A8}" presName="gear2srcNode" presStyleLbl="node1" presStyleIdx="1" presStyleCnt="3"/>
      <dgm:spPr/>
    </dgm:pt>
    <dgm:pt modelId="{CC7FF5ED-AF85-4E5B-94E2-808E91F655C5}" type="pres">
      <dgm:prSet presAssocID="{F380B139-CBA8-42A9-8454-6BFFDF4B42A8}" presName="gear2dstNode" presStyleLbl="node1" presStyleIdx="1" presStyleCnt="3"/>
      <dgm:spPr/>
    </dgm:pt>
    <dgm:pt modelId="{FA28AD1F-0EF3-4420-8ADC-F71B9E1CCD56}" type="pres">
      <dgm:prSet presAssocID="{2FBFBD46-850B-4071-A194-6EC9E5312428}" presName="gear3" presStyleLbl="node1" presStyleIdx="2" presStyleCnt="3" custLinFactNeighborX="-5651" custLinFactNeighborY="0"/>
      <dgm:spPr/>
    </dgm:pt>
    <dgm:pt modelId="{48B95C4C-6C3C-46AF-9A94-940CA5A0728D}" type="pres">
      <dgm:prSet presAssocID="{2FBFBD46-850B-4071-A194-6EC9E5312428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7E2BE5B8-FACD-4480-BC0A-E1FFCC257C19}" type="pres">
      <dgm:prSet presAssocID="{2FBFBD46-850B-4071-A194-6EC9E5312428}" presName="gear3srcNode" presStyleLbl="node1" presStyleIdx="2" presStyleCnt="3"/>
      <dgm:spPr/>
    </dgm:pt>
    <dgm:pt modelId="{A5636ADD-F1E6-43B0-8D92-EB678BAAC201}" type="pres">
      <dgm:prSet presAssocID="{2FBFBD46-850B-4071-A194-6EC9E5312428}" presName="gear3dstNode" presStyleLbl="node1" presStyleIdx="2" presStyleCnt="3"/>
      <dgm:spPr/>
    </dgm:pt>
    <dgm:pt modelId="{6A4808FD-F2AA-4CDB-9C98-00ED64B3E369}" type="pres">
      <dgm:prSet presAssocID="{DEA1BD7A-4AA9-4759-A6F6-1A8E5D5DC632}" presName="connector1" presStyleLbl="sibTrans2D1" presStyleIdx="0" presStyleCnt="3"/>
      <dgm:spPr/>
    </dgm:pt>
    <dgm:pt modelId="{AEE74899-1C14-41D7-B928-A1C5F47A5340}" type="pres">
      <dgm:prSet presAssocID="{D4E40678-47B2-474B-8A68-450B138E9E2B}" presName="connector2" presStyleLbl="sibTrans2D1" presStyleIdx="1" presStyleCnt="3"/>
      <dgm:spPr/>
    </dgm:pt>
    <dgm:pt modelId="{18F34E43-EDBD-4943-AAE8-1D41A8687EBD}" type="pres">
      <dgm:prSet presAssocID="{33158BC8-5E08-4694-9F02-48978DD4D8C9}" presName="connector3" presStyleLbl="sibTrans2D1" presStyleIdx="2" presStyleCnt="3"/>
      <dgm:spPr/>
    </dgm:pt>
  </dgm:ptLst>
  <dgm:cxnLst>
    <dgm:cxn modelId="{4AE2F20B-2AB3-465E-B937-1C61EA135E61}" type="presOf" srcId="{33158BC8-5E08-4694-9F02-48978DD4D8C9}" destId="{18F34E43-EDBD-4943-AAE8-1D41A8687EBD}" srcOrd="0" destOrd="0" presId="urn:microsoft.com/office/officeart/2005/8/layout/gear1"/>
    <dgm:cxn modelId="{E3581625-1DBF-41A8-A915-9965EAF8438A}" srcId="{0446F14C-CA57-44D7-88A2-41839B8F65D8}" destId="{F380B139-CBA8-42A9-8454-6BFFDF4B42A8}" srcOrd="1" destOrd="0" parTransId="{7D2B5694-A41D-4ABC-91C3-53F606F299F1}" sibTransId="{D4E40678-47B2-474B-8A68-450B138E9E2B}"/>
    <dgm:cxn modelId="{A5F10227-261D-4C23-8787-0172A7B9F8A4}" type="presOf" srcId="{0446F14C-CA57-44D7-88A2-41839B8F65D8}" destId="{18FDE0F0-CC5B-41BC-9C37-E1EDEFDEE670}" srcOrd="0" destOrd="0" presId="urn:microsoft.com/office/officeart/2005/8/layout/gear1"/>
    <dgm:cxn modelId="{B7F2D529-1B0F-4DC3-93C3-6F03B316F0B2}" type="presOf" srcId="{2FBFBD46-850B-4071-A194-6EC9E5312428}" destId="{FA28AD1F-0EF3-4420-8ADC-F71B9E1CCD56}" srcOrd="0" destOrd="0" presId="urn:microsoft.com/office/officeart/2005/8/layout/gear1"/>
    <dgm:cxn modelId="{39EF772C-BEFB-4890-B976-8A17E33BE97E}" type="presOf" srcId="{2FBFBD46-850B-4071-A194-6EC9E5312428}" destId="{48B95C4C-6C3C-46AF-9A94-940CA5A0728D}" srcOrd="1" destOrd="0" presId="urn:microsoft.com/office/officeart/2005/8/layout/gear1"/>
    <dgm:cxn modelId="{049EA069-BB23-4106-85F8-45686C3501EE}" srcId="{0446F14C-CA57-44D7-88A2-41839B8F65D8}" destId="{D4B7F56B-B693-4DE7-87BD-DC58DEC77A7C}" srcOrd="0" destOrd="0" parTransId="{CFD960E2-6A4D-4330-93F4-C062E1AD685E}" sibTransId="{DEA1BD7A-4AA9-4759-A6F6-1A8E5D5DC632}"/>
    <dgm:cxn modelId="{3042054B-CDBA-41A7-83DC-28DA002F0F50}" type="presOf" srcId="{D4B7F56B-B693-4DE7-87BD-DC58DEC77A7C}" destId="{E3A2D0AC-351A-4B72-81B9-6DC8268079E4}" srcOrd="2" destOrd="0" presId="urn:microsoft.com/office/officeart/2005/8/layout/gear1"/>
    <dgm:cxn modelId="{832DC077-DC90-4834-B9AE-373338CBAD96}" srcId="{0446F14C-CA57-44D7-88A2-41839B8F65D8}" destId="{2FBFBD46-850B-4071-A194-6EC9E5312428}" srcOrd="2" destOrd="0" parTransId="{E536066D-BA31-487E-BE9A-DD7EAE07BDEA}" sibTransId="{33158BC8-5E08-4694-9F02-48978DD4D8C9}"/>
    <dgm:cxn modelId="{44804E80-819C-4FE7-B031-DFCC50010031}" type="presOf" srcId="{F380B139-CBA8-42A9-8454-6BFFDF4B42A8}" destId="{EC2E1CA3-A489-4D0E-B99D-C2AFAF2ACF18}" srcOrd="0" destOrd="0" presId="urn:microsoft.com/office/officeart/2005/8/layout/gear1"/>
    <dgm:cxn modelId="{CA640B89-3FE2-4F39-BFB0-854A4752F4E7}" type="presOf" srcId="{F380B139-CBA8-42A9-8454-6BFFDF4B42A8}" destId="{3F08A371-0C74-42D0-AF47-AA6A92F11361}" srcOrd="1" destOrd="0" presId="urn:microsoft.com/office/officeart/2005/8/layout/gear1"/>
    <dgm:cxn modelId="{4354628C-A70D-4132-8362-CBF4BF9C1C7A}" type="presOf" srcId="{2FBFBD46-850B-4071-A194-6EC9E5312428}" destId="{A5636ADD-F1E6-43B0-8D92-EB678BAAC201}" srcOrd="3" destOrd="0" presId="urn:microsoft.com/office/officeart/2005/8/layout/gear1"/>
    <dgm:cxn modelId="{21794A8E-2F4B-4615-A414-3D36FAA278CD}" type="presOf" srcId="{2FBFBD46-850B-4071-A194-6EC9E5312428}" destId="{7E2BE5B8-FACD-4480-BC0A-E1FFCC257C19}" srcOrd="2" destOrd="0" presId="urn:microsoft.com/office/officeart/2005/8/layout/gear1"/>
    <dgm:cxn modelId="{47B3E9AC-C024-47CE-B204-A5C80A53D1FF}" type="presOf" srcId="{D4B7F56B-B693-4DE7-87BD-DC58DEC77A7C}" destId="{223891B5-CF2D-4367-B0E1-557D78EADAF9}" srcOrd="1" destOrd="0" presId="urn:microsoft.com/office/officeart/2005/8/layout/gear1"/>
    <dgm:cxn modelId="{5160ABCC-D6F5-4D55-8C08-68C2F40D5DF5}" type="presOf" srcId="{D4B7F56B-B693-4DE7-87BD-DC58DEC77A7C}" destId="{DFB23FBA-9DBE-48B4-B8C7-971F68A37FE7}" srcOrd="0" destOrd="0" presId="urn:microsoft.com/office/officeart/2005/8/layout/gear1"/>
    <dgm:cxn modelId="{EC478BDC-4E9F-4B8A-B316-5C9E01D534CB}" type="presOf" srcId="{DEA1BD7A-4AA9-4759-A6F6-1A8E5D5DC632}" destId="{6A4808FD-F2AA-4CDB-9C98-00ED64B3E369}" srcOrd="0" destOrd="0" presId="urn:microsoft.com/office/officeart/2005/8/layout/gear1"/>
    <dgm:cxn modelId="{BD168EDD-3775-4C5E-9699-FD8D988B848A}" type="presOf" srcId="{D4E40678-47B2-474B-8A68-450B138E9E2B}" destId="{AEE74899-1C14-41D7-B928-A1C5F47A5340}" srcOrd="0" destOrd="0" presId="urn:microsoft.com/office/officeart/2005/8/layout/gear1"/>
    <dgm:cxn modelId="{FBEEEDE9-C625-4508-8558-D5F9E73FF018}" type="presOf" srcId="{F380B139-CBA8-42A9-8454-6BFFDF4B42A8}" destId="{CC7FF5ED-AF85-4E5B-94E2-808E91F655C5}" srcOrd="2" destOrd="0" presId="urn:microsoft.com/office/officeart/2005/8/layout/gear1"/>
    <dgm:cxn modelId="{903E09B2-8F6C-45F4-86B8-79FA2425CCC3}" type="presParOf" srcId="{18FDE0F0-CC5B-41BC-9C37-E1EDEFDEE670}" destId="{DFB23FBA-9DBE-48B4-B8C7-971F68A37FE7}" srcOrd="0" destOrd="0" presId="urn:microsoft.com/office/officeart/2005/8/layout/gear1"/>
    <dgm:cxn modelId="{95FC0E91-42EF-4E2F-B353-FD699CCE42EF}" type="presParOf" srcId="{18FDE0F0-CC5B-41BC-9C37-E1EDEFDEE670}" destId="{223891B5-CF2D-4367-B0E1-557D78EADAF9}" srcOrd="1" destOrd="0" presId="urn:microsoft.com/office/officeart/2005/8/layout/gear1"/>
    <dgm:cxn modelId="{8373F437-BA34-4C4A-8429-FEAF0F9595AA}" type="presParOf" srcId="{18FDE0F0-CC5B-41BC-9C37-E1EDEFDEE670}" destId="{E3A2D0AC-351A-4B72-81B9-6DC8268079E4}" srcOrd="2" destOrd="0" presId="urn:microsoft.com/office/officeart/2005/8/layout/gear1"/>
    <dgm:cxn modelId="{000EFE47-76E3-42F4-B886-72494BA4114B}" type="presParOf" srcId="{18FDE0F0-CC5B-41BC-9C37-E1EDEFDEE670}" destId="{EC2E1CA3-A489-4D0E-B99D-C2AFAF2ACF18}" srcOrd="3" destOrd="0" presId="urn:microsoft.com/office/officeart/2005/8/layout/gear1"/>
    <dgm:cxn modelId="{21A2D961-10DD-4A7A-B8D1-A35A94ED1574}" type="presParOf" srcId="{18FDE0F0-CC5B-41BC-9C37-E1EDEFDEE670}" destId="{3F08A371-0C74-42D0-AF47-AA6A92F11361}" srcOrd="4" destOrd="0" presId="urn:microsoft.com/office/officeart/2005/8/layout/gear1"/>
    <dgm:cxn modelId="{014373BF-C68B-4165-8769-62663EAAEFCD}" type="presParOf" srcId="{18FDE0F0-CC5B-41BC-9C37-E1EDEFDEE670}" destId="{CC7FF5ED-AF85-4E5B-94E2-808E91F655C5}" srcOrd="5" destOrd="0" presId="urn:microsoft.com/office/officeart/2005/8/layout/gear1"/>
    <dgm:cxn modelId="{AF7A9F44-AECF-4234-80D8-96B2671D5FD8}" type="presParOf" srcId="{18FDE0F0-CC5B-41BC-9C37-E1EDEFDEE670}" destId="{FA28AD1F-0EF3-4420-8ADC-F71B9E1CCD56}" srcOrd="6" destOrd="0" presId="urn:microsoft.com/office/officeart/2005/8/layout/gear1"/>
    <dgm:cxn modelId="{B89A6DEB-223C-4546-B6EA-4F24E8600D59}" type="presParOf" srcId="{18FDE0F0-CC5B-41BC-9C37-E1EDEFDEE670}" destId="{48B95C4C-6C3C-46AF-9A94-940CA5A0728D}" srcOrd="7" destOrd="0" presId="urn:microsoft.com/office/officeart/2005/8/layout/gear1"/>
    <dgm:cxn modelId="{7EE32751-5AFE-4197-B3B2-537A4329E772}" type="presParOf" srcId="{18FDE0F0-CC5B-41BC-9C37-E1EDEFDEE670}" destId="{7E2BE5B8-FACD-4480-BC0A-E1FFCC257C19}" srcOrd="8" destOrd="0" presId="urn:microsoft.com/office/officeart/2005/8/layout/gear1"/>
    <dgm:cxn modelId="{9DF3E486-B277-4382-A914-2B177FD351D3}" type="presParOf" srcId="{18FDE0F0-CC5B-41BC-9C37-E1EDEFDEE670}" destId="{A5636ADD-F1E6-43B0-8D92-EB678BAAC201}" srcOrd="9" destOrd="0" presId="urn:microsoft.com/office/officeart/2005/8/layout/gear1"/>
    <dgm:cxn modelId="{031678EC-7FE1-48B5-B9C9-7110AABE85D7}" type="presParOf" srcId="{18FDE0F0-CC5B-41BC-9C37-E1EDEFDEE670}" destId="{6A4808FD-F2AA-4CDB-9C98-00ED64B3E369}" srcOrd="10" destOrd="0" presId="urn:microsoft.com/office/officeart/2005/8/layout/gear1"/>
    <dgm:cxn modelId="{E2F2BB55-50C2-4370-8153-B9099A8EF0E2}" type="presParOf" srcId="{18FDE0F0-CC5B-41BC-9C37-E1EDEFDEE670}" destId="{AEE74899-1C14-41D7-B928-A1C5F47A5340}" srcOrd="11" destOrd="0" presId="urn:microsoft.com/office/officeart/2005/8/layout/gear1"/>
    <dgm:cxn modelId="{C50C6F0C-66E8-4CD3-8290-99F432D824D1}" type="presParOf" srcId="{18FDE0F0-CC5B-41BC-9C37-E1EDEFDEE670}" destId="{18F34E43-EDBD-4943-AAE8-1D41A8687EBD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B23FBA-9DBE-48B4-B8C7-971F68A37FE7}">
      <dsp:nvSpPr>
        <dsp:cNvPr id="0" name=""/>
        <dsp:cNvSpPr/>
      </dsp:nvSpPr>
      <dsp:spPr>
        <a:xfrm>
          <a:off x="3698259" y="1989510"/>
          <a:ext cx="2431624" cy="2431624"/>
        </a:xfrm>
        <a:prstGeom prst="gear9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Practice</a:t>
          </a:r>
          <a:endParaRPr lang="en-IN" sz="2200" kern="1200" dirty="0"/>
        </a:p>
      </dsp:txBody>
      <dsp:txXfrm>
        <a:off x="4187124" y="2559106"/>
        <a:ext cx="1453894" cy="1249905"/>
      </dsp:txXfrm>
    </dsp:sp>
    <dsp:sp modelId="{EC2E1CA3-A489-4D0E-B99D-C2AFAF2ACF18}">
      <dsp:nvSpPr>
        <dsp:cNvPr id="0" name=""/>
        <dsp:cNvSpPr/>
      </dsp:nvSpPr>
      <dsp:spPr>
        <a:xfrm>
          <a:off x="2283496" y="1414763"/>
          <a:ext cx="1768454" cy="1768454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Repeat</a:t>
          </a:r>
          <a:endParaRPr lang="en-IN" sz="2200" kern="1200" dirty="0"/>
        </a:p>
      </dsp:txBody>
      <dsp:txXfrm>
        <a:off x="2728710" y="1862667"/>
        <a:ext cx="878026" cy="872646"/>
      </dsp:txXfrm>
    </dsp:sp>
    <dsp:sp modelId="{FA28AD1F-0EF3-4420-8ADC-F71B9E1CCD56}">
      <dsp:nvSpPr>
        <dsp:cNvPr id="0" name=""/>
        <dsp:cNvSpPr/>
      </dsp:nvSpPr>
      <dsp:spPr>
        <a:xfrm rot="20700000">
          <a:off x="3154088" y="194710"/>
          <a:ext cx="1732723" cy="1732723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learn</a:t>
          </a:r>
          <a:endParaRPr lang="en-IN" sz="2200" kern="1200" dirty="0"/>
        </a:p>
      </dsp:txBody>
      <dsp:txXfrm rot="-20700000">
        <a:off x="3534125" y="574747"/>
        <a:ext cx="972649" cy="972649"/>
      </dsp:txXfrm>
    </dsp:sp>
    <dsp:sp modelId="{6A4808FD-F2AA-4CDB-9C98-00ED64B3E369}">
      <dsp:nvSpPr>
        <dsp:cNvPr id="0" name=""/>
        <dsp:cNvSpPr/>
      </dsp:nvSpPr>
      <dsp:spPr>
        <a:xfrm>
          <a:off x="3513778" y="1621163"/>
          <a:ext cx="3112479" cy="3112479"/>
        </a:xfrm>
        <a:prstGeom prst="circularArrow">
          <a:avLst>
            <a:gd name="adj1" fmla="val 4688"/>
            <a:gd name="adj2" fmla="val 299029"/>
            <a:gd name="adj3" fmla="val 2521361"/>
            <a:gd name="adj4" fmla="val 15850130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E74899-1C14-41D7-B928-A1C5F47A5340}">
      <dsp:nvSpPr>
        <dsp:cNvPr id="0" name=""/>
        <dsp:cNvSpPr/>
      </dsp:nvSpPr>
      <dsp:spPr>
        <a:xfrm>
          <a:off x="1970306" y="1022497"/>
          <a:ext cx="2261410" cy="2261410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F34E43-EDBD-4943-AAE8-1D41A8687EBD}">
      <dsp:nvSpPr>
        <dsp:cNvPr id="0" name=""/>
        <dsp:cNvSpPr/>
      </dsp:nvSpPr>
      <dsp:spPr>
        <a:xfrm>
          <a:off x="2873213" y="-185794"/>
          <a:ext cx="2438255" cy="2438255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045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120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365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804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51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732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064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698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241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467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4937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04337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9968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6382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2091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1658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34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6705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Control</a:t>
            </a:r>
            <a:r>
              <a:rPr dirty="0"/>
              <a:t> Statements in Java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Control statements statements in java(Topic 8)</a:t>
            </a:r>
          </a:p>
          <a:p>
            <a:r>
              <a:rPr lang="en-US" dirty="0"/>
              <a:t>Trainer: Vaishali </a:t>
            </a:r>
            <a:r>
              <a:rPr lang="en-US" dirty="0" err="1"/>
              <a:t>sonawane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3412E-FAEC-0A16-064D-953439190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969" y="84585"/>
            <a:ext cx="7429500" cy="1234032"/>
          </a:xfrm>
        </p:spPr>
        <p:txBody>
          <a:bodyPr/>
          <a:lstStyle/>
          <a:p>
            <a:r>
              <a:rPr lang="en-US" dirty="0"/>
              <a:t>Control statements types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B4ECFD-CCF9-07E6-E0FB-DFD16020B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18740" y="1484025"/>
            <a:ext cx="6366817" cy="5289389"/>
          </a:xfrm>
        </p:spPr>
        <p:txBody>
          <a:bodyPr>
            <a:normAutofit fontScale="92500" lnSpcReduction="20000"/>
          </a:bodyPr>
          <a:lstStyle/>
          <a:p>
            <a:r>
              <a:rPr lang="en-US" sz="2200" b="1" dirty="0"/>
              <a:t>1.Condition statements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If-else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If-else-if(Ladder)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Nested if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Switch case</a:t>
            </a:r>
          </a:p>
          <a:p>
            <a:r>
              <a:rPr lang="en-US" sz="2200" b="1" dirty="0"/>
              <a:t>2.Looping statements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While loop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Do-while loop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loop</a:t>
            </a:r>
          </a:p>
          <a:p>
            <a:r>
              <a:rPr lang="en-US" sz="2200" b="1" dirty="0"/>
              <a:t>3.Jumping statements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Break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continue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7820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Conditional Statements?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Conditional statements allow decision-making based on conditions.</a:t>
            </a:r>
          </a:p>
          <a:p>
            <a:r>
              <a:t>They control the program's flow based on true/false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Conditional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if Statement</a:t>
            </a:r>
            <a:r>
              <a:rPr lang="en-US" dirty="0"/>
              <a:t>=TRUE</a:t>
            </a:r>
            <a:endParaRPr dirty="0"/>
          </a:p>
          <a:p>
            <a:r>
              <a:rPr dirty="0"/>
              <a:t>2. if-else Statement</a:t>
            </a:r>
            <a:r>
              <a:rPr lang="en-US" dirty="0"/>
              <a:t>=TRUE /FALSE</a:t>
            </a:r>
            <a:endParaRPr dirty="0"/>
          </a:p>
          <a:p>
            <a:r>
              <a:rPr dirty="0"/>
              <a:t>3. if-else-if Ladder</a:t>
            </a:r>
            <a:r>
              <a:rPr lang="en-US" dirty="0"/>
              <a:t>=MULTIPLE CONDITION</a:t>
            </a:r>
            <a:endParaRPr dirty="0"/>
          </a:p>
          <a:p>
            <a:r>
              <a:rPr dirty="0"/>
              <a:t>4. switch Statement</a:t>
            </a:r>
            <a:r>
              <a:rPr lang="en-US" dirty="0"/>
              <a:t>= MULTIPLE CASES AT A TIME</a:t>
            </a:r>
            <a:endParaRPr dirty="0"/>
          </a:p>
          <a:p>
            <a:r>
              <a:rPr dirty="0"/>
              <a:t>5. Nested if Statement</a:t>
            </a:r>
            <a:r>
              <a:rPr lang="en-US" dirty="0"/>
              <a:t>=CONDITION(CONDITION(CONDITION))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Syntax:</a:t>
            </a:r>
          </a:p>
          <a:p>
            <a:r>
              <a:rPr dirty="0"/>
              <a:t>if (condition) {</a:t>
            </a:r>
          </a:p>
          <a:p>
            <a:r>
              <a:rPr dirty="0"/>
              <a:t>    // code if true</a:t>
            </a:r>
          </a:p>
          <a:p>
            <a:r>
              <a:rPr dirty="0"/>
              <a:t>}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if (age &gt;= 18) {</a:t>
            </a:r>
          </a:p>
          <a:p>
            <a:r>
              <a:rPr dirty="0"/>
              <a:t>    </a:t>
            </a:r>
            <a:r>
              <a:rPr dirty="0" err="1"/>
              <a:t>System.out.println</a:t>
            </a:r>
            <a:r>
              <a:rPr dirty="0"/>
              <a:t>("Eligible to vote");</a:t>
            </a:r>
          </a:p>
          <a:p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if-else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8977" y="1723869"/>
            <a:ext cx="6726582" cy="4991724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Syntax:</a:t>
            </a:r>
          </a:p>
          <a:p>
            <a:r>
              <a:rPr dirty="0"/>
              <a:t>if (condition) {</a:t>
            </a:r>
          </a:p>
          <a:p>
            <a:r>
              <a:rPr dirty="0"/>
              <a:t>    // if block</a:t>
            </a:r>
          </a:p>
          <a:p>
            <a:r>
              <a:rPr dirty="0"/>
              <a:t>} else {</a:t>
            </a:r>
          </a:p>
          <a:p>
            <a:r>
              <a:rPr dirty="0"/>
              <a:t>    // else block</a:t>
            </a:r>
          </a:p>
          <a:p>
            <a:r>
              <a:rPr dirty="0"/>
              <a:t>}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if (num % 2 == 0)</a:t>
            </a:r>
          </a:p>
          <a:p>
            <a:r>
              <a:rPr dirty="0"/>
              <a:t>    Even</a:t>
            </a:r>
          </a:p>
          <a:p>
            <a:r>
              <a:rPr dirty="0"/>
              <a:t>else</a:t>
            </a:r>
          </a:p>
          <a:p>
            <a:r>
              <a:rPr dirty="0"/>
              <a:t>    Odd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if-else-if Ladder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8407" y="1858780"/>
            <a:ext cx="5857152" cy="4811843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Syntax:</a:t>
            </a:r>
          </a:p>
          <a:p>
            <a:r>
              <a:rPr dirty="0"/>
              <a:t>if (cond1) {</a:t>
            </a:r>
          </a:p>
          <a:p>
            <a:r>
              <a:rPr dirty="0"/>
              <a:t>} else if (cond2) {</a:t>
            </a:r>
          </a:p>
          <a:p>
            <a:r>
              <a:rPr dirty="0"/>
              <a:t>} else {</a:t>
            </a:r>
          </a:p>
          <a:p>
            <a:r>
              <a:rPr dirty="0"/>
              <a:t>}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if (marks &gt;= 90) A</a:t>
            </a:r>
          </a:p>
          <a:p>
            <a:r>
              <a:rPr dirty="0"/>
              <a:t>else if (&gt;= 75) B</a:t>
            </a:r>
          </a:p>
          <a:p>
            <a:r>
              <a:rPr dirty="0"/>
              <a:t>else 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switch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200" y="1753849"/>
            <a:ext cx="5542359" cy="4946754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Syntax:</a:t>
            </a:r>
          </a:p>
          <a:p>
            <a:r>
              <a:rPr dirty="0"/>
              <a:t>switch (value) {</a:t>
            </a:r>
          </a:p>
          <a:p>
            <a:r>
              <a:rPr dirty="0"/>
              <a:t>    case val1:</a:t>
            </a:r>
          </a:p>
          <a:p>
            <a:r>
              <a:rPr dirty="0"/>
              <a:t>        break;</a:t>
            </a:r>
          </a:p>
          <a:p>
            <a:r>
              <a:rPr dirty="0"/>
              <a:t>    default:</a:t>
            </a:r>
          </a:p>
          <a:p>
            <a:r>
              <a:rPr dirty="0"/>
              <a:t>}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switch(day) {</a:t>
            </a:r>
          </a:p>
          <a:p>
            <a:r>
              <a:rPr dirty="0"/>
              <a:t> case 1: Monday; break;</a:t>
            </a:r>
          </a:p>
          <a:p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Nested if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8210" y="1768838"/>
            <a:ext cx="5557349" cy="4826833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Example:</a:t>
            </a:r>
          </a:p>
          <a:p>
            <a:r>
              <a:rPr dirty="0"/>
              <a:t>if (age &gt;= 18) {</a:t>
            </a:r>
          </a:p>
          <a:p>
            <a:r>
              <a:rPr dirty="0"/>
              <a:t>    if (</a:t>
            </a:r>
            <a:r>
              <a:rPr dirty="0" err="1"/>
              <a:t>hasID</a:t>
            </a:r>
            <a:r>
              <a:rPr dirty="0"/>
              <a:t>) {</a:t>
            </a:r>
          </a:p>
          <a:p>
            <a:r>
              <a:rPr dirty="0"/>
              <a:t>        Entry allowed</a:t>
            </a:r>
          </a:p>
          <a:p>
            <a:r>
              <a:rPr dirty="0"/>
              <a:t>    } else {</a:t>
            </a:r>
          </a:p>
          <a:p>
            <a:r>
              <a:rPr dirty="0"/>
              <a:t>        ID required</a:t>
            </a:r>
          </a:p>
          <a:p>
            <a:r>
              <a:rPr dirty="0"/>
              <a:t>    }</a:t>
            </a:r>
          </a:p>
          <a:p>
            <a:r>
              <a:rPr dirty="0"/>
              <a:t>} else {</a:t>
            </a:r>
          </a:p>
          <a:p>
            <a:r>
              <a:rPr dirty="0"/>
              <a:t>    Not allowed</a:t>
            </a:r>
          </a:p>
          <a:p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9889" y="-120767"/>
            <a:ext cx="7429499" cy="1478570"/>
          </a:xfrm>
        </p:spPr>
        <p:txBody>
          <a:bodyPr/>
          <a:lstStyle/>
          <a:p>
            <a:r>
              <a:rPr dirty="0"/>
              <a:t>Summary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3D3379-B0E8-5ACC-9A41-293DFB4EF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984" y="1003572"/>
            <a:ext cx="7115537" cy="57345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FC885-EE1A-1347-43E8-787AE709B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58" y="239843"/>
            <a:ext cx="7429500" cy="819019"/>
          </a:xfrm>
        </p:spPr>
        <p:txBody>
          <a:bodyPr/>
          <a:lstStyle/>
          <a:p>
            <a:r>
              <a:rPr lang="en-IN" dirty="0"/>
              <a:t>What Is a Loop?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B38A9-BEB1-DFC8-2011-03DB4E6FC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6058" y="1364106"/>
            <a:ext cx="7429500" cy="1319134"/>
          </a:xfrm>
        </p:spPr>
        <p:txBody>
          <a:bodyPr/>
          <a:lstStyle/>
          <a:p>
            <a:r>
              <a:rPr lang="en-US" dirty="0"/>
              <a:t>Repeats a block of code until a condition is met—ideal for handling repetitive tasks efficiently, reducing errors and complexity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CEB2FF-6D2B-79CC-2735-6A300A56ADBA}"/>
              </a:ext>
            </a:extLst>
          </p:cNvPr>
          <p:cNvSpPr txBox="1"/>
          <p:nvPr/>
        </p:nvSpPr>
        <p:spPr>
          <a:xfrm>
            <a:off x="856058" y="2753406"/>
            <a:ext cx="6998788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COMMON LOOP TYPES</a:t>
            </a:r>
          </a:p>
          <a:p>
            <a:endParaRPr lang="en-IN" sz="3600" dirty="0"/>
          </a:p>
          <a:p>
            <a:r>
              <a:rPr lang="en-IN" sz="2000" b="1" dirty="0"/>
              <a:t>While Loop</a:t>
            </a:r>
            <a:r>
              <a:rPr lang="en-IN" sz="2000" dirty="0"/>
              <a:t> (Entry‑controlled)</a:t>
            </a:r>
          </a:p>
          <a:p>
            <a:endParaRPr lang="en-IN" sz="2000" dirty="0"/>
          </a:p>
          <a:p>
            <a:r>
              <a:rPr lang="en-US" sz="2000" b="1" dirty="0"/>
              <a:t>Do‑While Loop</a:t>
            </a:r>
            <a:r>
              <a:rPr lang="en-US" sz="2000" dirty="0"/>
              <a:t> (Exit‑controlled)</a:t>
            </a:r>
          </a:p>
          <a:p>
            <a:endParaRPr lang="en-US" sz="2000" dirty="0"/>
          </a:p>
          <a:p>
            <a:r>
              <a:rPr lang="en-IN" sz="2000" b="1" dirty="0"/>
              <a:t>For Loop</a:t>
            </a:r>
            <a:r>
              <a:rPr lang="en-IN" sz="2000" dirty="0"/>
              <a:t> (Counter-controlled)</a:t>
            </a:r>
          </a:p>
          <a:p>
            <a:endParaRPr lang="en-IN" sz="2000" dirty="0"/>
          </a:p>
          <a:p>
            <a:r>
              <a:rPr lang="en-US" sz="2000" b="1" dirty="0"/>
              <a:t>For‑Each Loop</a:t>
            </a:r>
            <a:r>
              <a:rPr lang="en-US" sz="2000" dirty="0"/>
              <a:t> (Collection‑driven)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95949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BF19D-10F0-A4D0-0C13-974041392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861" y="215898"/>
            <a:ext cx="7429500" cy="842964"/>
          </a:xfrm>
        </p:spPr>
        <p:txBody>
          <a:bodyPr/>
          <a:lstStyle/>
          <a:p>
            <a:r>
              <a:rPr lang="en-IN" b="1" dirty="0"/>
              <a:t>While Loop</a:t>
            </a:r>
            <a:r>
              <a:rPr lang="en-IN" dirty="0"/>
              <a:t> (Entry‑controlled)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BAEC4-377F-0480-C5E6-DC324074D4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6058" y="1364105"/>
            <a:ext cx="2651640" cy="4435033"/>
          </a:xfrm>
        </p:spPr>
        <p:txBody>
          <a:bodyPr/>
          <a:lstStyle/>
          <a:p>
            <a:r>
              <a:rPr lang="en-US" dirty="0"/>
              <a:t>A while loop repeatedly executes a block of code </a:t>
            </a:r>
            <a:r>
              <a:rPr lang="en-US" b="1" dirty="0"/>
              <a:t>as long as</a:t>
            </a:r>
            <a:r>
              <a:rPr lang="en-US" dirty="0"/>
              <a:t> a specified Boolean condition is true. If the condition is false at the start, the loop body won’t execute even once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C9D169-8E79-61C7-BB0D-030386DA0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892" y="1135884"/>
            <a:ext cx="3670587" cy="550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018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6058C-21FD-BADE-7202-C6C793E7C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58" y="376655"/>
            <a:ext cx="7429500" cy="664406"/>
          </a:xfrm>
        </p:spPr>
        <p:txBody>
          <a:bodyPr/>
          <a:lstStyle/>
          <a:p>
            <a:r>
              <a:rPr lang="en-US" b="1" dirty="0"/>
              <a:t>Do‑While Loop</a:t>
            </a:r>
            <a:r>
              <a:rPr lang="en-US" dirty="0"/>
              <a:t> (Exit‑controlled)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03E9-7795-BCAF-6FFC-6A2D39093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6058" y="1259174"/>
            <a:ext cx="2711601" cy="4539964"/>
          </a:xfrm>
        </p:spPr>
        <p:txBody>
          <a:bodyPr>
            <a:normAutofit fontScale="92500"/>
          </a:bodyPr>
          <a:lstStyle/>
          <a:p>
            <a:r>
              <a:rPr lang="en-US" dirty="0"/>
              <a:t>A </a:t>
            </a:r>
            <a:r>
              <a:rPr lang="en-US" b="1" dirty="0"/>
              <a:t>do‑while loop</a:t>
            </a:r>
            <a:r>
              <a:rPr lang="en-US" dirty="0"/>
              <a:t> (also known as a </a:t>
            </a:r>
            <a:r>
              <a:rPr lang="en-US" b="1" dirty="0"/>
              <a:t>post‑test loop</a:t>
            </a:r>
            <a:r>
              <a:rPr lang="en-US" dirty="0"/>
              <a:t> or </a:t>
            </a:r>
            <a:r>
              <a:rPr lang="en-US" b="1" dirty="0"/>
              <a:t>exit‑controlled loop</a:t>
            </a:r>
            <a:r>
              <a:rPr lang="en-US" dirty="0"/>
              <a:t>) is a control flow structure that guarantees its loop body is executed </a:t>
            </a:r>
            <a:r>
              <a:rPr lang="en-US" b="1" dirty="0"/>
              <a:t>once before</a:t>
            </a:r>
            <a:r>
              <a:rPr lang="en-US" dirty="0"/>
              <a:t> the loop’s condition is evaluated. After the first run, it continues executing </a:t>
            </a:r>
            <a:r>
              <a:rPr lang="en-US" b="1" dirty="0"/>
              <a:t>as long as</a:t>
            </a:r>
            <a:r>
              <a:rPr lang="en-US" dirty="0"/>
              <a:t> the Boolean condition remains true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A4B613-80D4-9172-E19B-23071668D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921" y="1079916"/>
            <a:ext cx="4129126" cy="540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61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DD1DB-54CF-0972-9B2D-B65032F1F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714" y="10152"/>
            <a:ext cx="7429500" cy="799317"/>
          </a:xfrm>
        </p:spPr>
        <p:txBody>
          <a:bodyPr/>
          <a:lstStyle/>
          <a:p>
            <a:r>
              <a:rPr lang="en-US" dirty="0"/>
              <a:t>For loop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364A8-DACC-E4E8-7310-E95F43659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6058" y="1199839"/>
            <a:ext cx="3192479" cy="4599299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for loop</a:t>
            </a:r>
            <a:r>
              <a:rPr lang="en-US" dirty="0"/>
              <a:t> is an </a:t>
            </a:r>
            <a:r>
              <a:rPr lang="en-US" b="1" dirty="0"/>
              <a:t>entry-controlled control flow statement</a:t>
            </a:r>
            <a:r>
              <a:rPr lang="en-US" dirty="0"/>
              <a:t> that repeatedly executes a block of code until a specified condition is no longer true. It’s typically used when the number of iterations is known in advance and often involves a loop counter managing the repetition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6B934B-FD05-61A1-9742-94AC6F291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168" y="809469"/>
            <a:ext cx="3588564" cy="5693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6754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2C60B-B592-35F1-A03B-DC498D8A8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58" y="384987"/>
            <a:ext cx="7429500" cy="1014411"/>
          </a:xfrm>
        </p:spPr>
        <p:txBody>
          <a:bodyPr/>
          <a:lstStyle/>
          <a:p>
            <a:r>
              <a:rPr lang="en-US" dirty="0"/>
              <a:t>3. What are Jump Statements?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E78252-C4E1-6F33-69A5-AFCCF6804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960" y="1861042"/>
            <a:ext cx="7429500" cy="3790249"/>
          </a:xfrm>
        </p:spPr>
        <p:txBody>
          <a:bodyPr>
            <a:normAutofit/>
          </a:bodyPr>
          <a:lstStyle/>
          <a:p>
            <a:r>
              <a:rPr lang="en-US" dirty="0"/>
              <a:t>Jump statements allow diversion in the normal flow of program execution by "jumping" to different points. Java includes three main types: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break</a:t>
            </a:r>
            <a:r>
              <a:rPr lang="en-US" dirty="0"/>
              <a:t>,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continue</a:t>
            </a:r>
            <a:r>
              <a:rPr lang="en-US" dirty="0"/>
              <a:t>,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b="1" dirty="0"/>
              <a:t>return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39766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687D2-9AEF-D2B5-F4F0-10315CBBF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851" y="404816"/>
            <a:ext cx="7429500" cy="1014411"/>
          </a:xfrm>
        </p:spPr>
        <p:txBody>
          <a:bodyPr/>
          <a:lstStyle/>
          <a:p>
            <a:r>
              <a:rPr lang="en-IN" dirty="0"/>
              <a:t>Break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5C34DCA-714C-BE8A-1B9B-E0C01C87B2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90773" y="1765464"/>
            <a:ext cx="7538433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Immediately exits the closest enclosing loop(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cap="none" dirty="0">
                <a:solidFill>
                  <a:schemeClr val="tx1"/>
                </a:solidFill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while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do-while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or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switch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block, resuming execution right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cap="none" dirty="0">
                <a:solidFill>
                  <a:schemeClr val="tx1"/>
                </a:solidFill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after it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cap="none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cap="none" dirty="0">
                <a:solidFill>
                  <a:schemeClr val="tx1"/>
                </a:solidFill>
                <a:latin typeface="Arial" panose="020B0604020202020204" pitchFamily="34" charset="0"/>
              </a:rPr>
              <a:t>E.g.…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400" cap="none" dirty="0">
                <a:solidFill>
                  <a:schemeClr val="tx1"/>
                </a:solidFill>
                <a:latin typeface="Arial" panose="020B0604020202020204" pitchFamily="34" charset="0"/>
              </a:rPr>
              <a:t>for (int i = 0; i &lt; 10; i++) {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400" cap="none" dirty="0">
                <a:solidFill>
                  <a:schemeClr val="tx1"/>
                </a:solidFill>
                <a:latin typeface="Arial" panose="020B0604020202020204" pitchFamily="34" charset="0"/>
              </a:rPr>
              <a:t>    if (i == 5) {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400" cap="none" dirty="0">
                <a:solidFill>
                  <a:schemeClr val="tx1"/>
                </a:solidFill>
                <a:latin typeface="Arial" panose="020B0604020202020204" pitchFamily="34" charset="0"/>
              </a:rPr>
              <a:t>        break; // loop stops when i = 5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400" cap="none" dirty="0">
                <a:solidFill>
                  <a:schemeClr val="tx1"/>
                </a:solidFill>
                <a:latin typeface="Arial" panose="020B0604020202020204" pitchFamily="34" charset="0"/>
              </a:rPr>
              <a:t>    }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400" cap="none" dirty="0">
                <a:solidFill>
                  <a:schemeClr val="tx1"/>
                </a:solidFill>
                <a:latin typeface="Arial" panose="020B0604020202020204" pitchFamily="34" charset="0"/>
              </a:rPr>
              <a:t>    System.out.println(i);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400" cap="none" dirty="0">
                <a:solidFill>
                  <a:schemeClr val="tx1"/>
                </a:solidFill>
                <a:latin typeface="Arial" panose="020B0604020202020204" pitchFamily="34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9857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50ABC-9F41-45E6-D19F-3CEF0AE18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852" y="514377"/>
            <a:ext cx="7429500" cy="1059589"/>
          </a:xfrm>
        </p:spPr>
        <p:txBody>
          <a:bodyPr>
            <a:normAutofit/>
          </a:bodyPr>
          <a:lstStyle/>
          <a:p>
            <a:r>
              <a:rPr lang="en-IN" dirty="0"/>
              <a:t>Continue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448C1F-43C6-9515-FB90-633629DB5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4124" y="1906013"/>
            <a:ext cx="6952625" cy="4437609"/>
          </a:xfrm>
        </p:spPr>
        <p:txBody>
          <a:bodyPr>
            <a:normAutofit/>
          </a:bodyPr>
          <a:lstStyle/>
          <a:p>
            <a:r>
              <a:rPr lang="en-US" b="1" dirty="0"/>
              <a:t>Purpose</a:t>
            </a:r>
            <a:r>
              <a:rPr lang="en-US" dirty="0"/>
              <a:t>: </a:t>
            </a:r>
          </a:p>
          <a:p>
            <a:r>
              <a:rPr lang="en-US" dirty="0"/>
              <a:t>Skips the rest of the current loop iteration and immediately proceeds to the next iteration</a:t>
            </a:r>
          </a:p>
          <a:p>
            <a:endParaRPr lang="en-US" dirty="0"/>
          </a:p>
          <a:p>
            <a:r>
              <a:rPr lang="en-US" dirty="0"/>
              <a:t>E.g.</a:t>
            </a:r>
          </a:p>
          <a:p>
            <a:r>
              <a:rPr lang="nn-NO" dirty="0"/>
              <a:t>for (int i = 0; i &lt; 10; i++) {</a:t>
            </a:r>
          </a:p>
          <a:p>
            <a:r>
              <a:rPr lang="nn-NO" dirty="0"/>
              <a:t>    if (i == 5) continue; // skip printing 5</a:t>
            </a:r>
          </a:p>
          <a:p>
            <a:r>
              <a:rPr lang="nn-NO" dirty="0"/>
              <a:t>    System.out.println(i);</a:t>
            </a:r>
          </a:p>
          <a:p>
            <a:r>
              <a:rPr lang="nn-NO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18444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78259-68B0-C411-5E8F-CC900D9D2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861" y="470008"/>
            <a:ext cx="7429500" cy="949219"/>
          </a:xfrm>
        </p:spPr>
        <p:txBody>
          <a:bodyPr/>
          <a:lstStyle/>
          <a:p>
            <a:r>
              <a:rPr lang="en-IN" dirty="0"/>
              <a:t>Return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6962A8-1BDE-F020-A016-9674E0544A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73781" y="1798847"/>
            <a:ext cx="719366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Exits the current method and optionally returns a value to the caller. In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void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methods,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return;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exits without returning anything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cap="none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cap="none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E.g.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000" cap="none" dirty="0">
                <a:solidFill>
                  <a:schemeClr val="tx1"/>
                </a:solidFill>
                <a:latin typeface="Arial" panose="020B0604020202020204" pitchFamily="34" charset="0"/>
              </a:rPr>
              <a:t>int add(int a, int b) {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000" cap="none" dirty="0">
                <a:solidFill>
                  <a:schemeClr val="tx1"/>
                </a:solidFill>
                <a:latin typeface="Arial" panose="020B0604020202020204" pitchFamily="34" charset="0"/>
              </a:rPr>
              <a:t>    return a + b; // returns sum of two numbers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000" cap="none" dirty="0">
                <a:solidFill>
                  <a:schemeClr val="tx1"/>
                </a:solidFill>
                <a:latin typeface="Arial" panose="020B0604020202020204" pitchFamily="34" charset="0"/>
              </a:rPr>
              <a:t>}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5665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Support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8759046-A9AE-7981-5BA0-8C87D597ECD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-208638" y="1934693"/>
          <a:ext cx="7838632" cy="44211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483</TotalTime>
  <Words>755</Words>
  <Application>Microsoft Office PowerPoint</Application>
  <PresentationFormat>On-screen Show (4:3)</PresentationFormat>
  <Paragraphs>143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Arial Unicode MS</vt:lpstr>
      <vt:lpstr>Tw Cen MT</vt:lpstr>
      <vt:lpstr>Wingdings</vt:lpstr>
      <vt:lpstr>Circuit</vt:lpstr>
      <vt:lpstr>Control Statements in Java</vt:lpstr>
      <vt:lpstr>Control statements types</vt:lpstr>
      <vt:lpstr>What are Conditional Statements?</vt:lpstr>
      <vt:lpstr>Types of Conditional Statements</vt:lpstr>
      <vt:lpstr>if Statement</vt:lpstr>
      <vt:lpstr>if-else Statement</vt:lpstr>
      <vt:lpstr>if-else-if Ladder</vt:lpstr>
      <vt:lpstr>switch Statement</vt:lpstr>
      <vt:lpstr>Nested if Statement</vt:lpstr>
      <vt:lpstr>Summary</vt:lpstr>
      <vt:lpstr>What Is a Loop?</vt:lpstr>
      <vt:lpstr>While Loop (Entry‑controlled)</vt:lpstr>
      <vt:lpstr>Do‑While Loop (Exit‑controlled)</vt:lpstr>
      <vt:lpstr>For loop</vt:lpstr>
      <vt:lpstr>3. What are Jump Statements?</vt:lpstr>
      <vt:lpstr>Break statement</vt:lpstr>
      <vt:lpstr>Continue statement</vt:lpstr>
      <vt:lpstr>Return statement</vt:lpstr>
      <vt:lpstr>Questions &amp; Support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vaishali Sonanis</cp:lastModifiedBy>
  <cp:revision>7</cp:revision>
  <dcterms:created xsi:type="dcterms:W3CDTF">2013-01-27T09:14:16Z</dcterms:created>
  <dcterms:modified xsi:type="dcterms:W3CDTF">2026-04-22T12:29:13Z</dcterms:modified>
  <cp:category/>
</cp:coreProperties>
</file>