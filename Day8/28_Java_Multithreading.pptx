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70" r:id="rId13"/>
    <p:sldId id="271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73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shali Sonanis" userId="0daaaab4af2c05f1" providerId="LiveId" clId="{6697AB85-906A-4E89-B76B-0AA369ED93DE}"/>
    <pc:docChg chg="modSld">
      <pc:chgData name="vaishali Sonanis" userId="0daaaab4af2c05f1" providerId="LiveId" clId="{6697AB85-906A-4E89-B76B-0AA369ED93DE}" dt="2026-04-30T07:02:14.091" v="1" actId="20577"/>
      <pc:docMkLst>
        <pc:docMk/>
      </pc:docMkLst>
      <pc:sldChg chg="modSp mod">
        <pc:chgData name="vaishali Sonanis" userId="0daaaab4af2c05f1" providerId="LiveId" clId="{6697AB85-906A-4E89-B76B-0AA369ED93DE}" dt="2026-04-30T07:02:14.091" v="1" actId="20577"/>
        <pc:sldMkLst>
          <pc:docMk/>
          <pc:sldMk cId="0" sldId="261"/>
        </pc:sldMkLst>
        <pc:spChg chg="mod">
          <ac:chgData name="vaishali Sonanis" userId="0daaaab4af2c05f1" providerId="LiveId" clId="{6697AB85-906A-4E89-B76B-0AA369ED93DE}" dt="2026-04-30T07:02:14.091" v="1" actId="20577"/>
          <ac:spMkLst>
            <pc:docMk/>
            <pc:sldMk cId="0" sldId="261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881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698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272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995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628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637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607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43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057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653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4050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20142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7378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94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3104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7177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309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2291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Multithreading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Efficient Concurrent Programming in Java</a:t>
            </a:r>
          </a:p>
          <a:p>
            <a:r>
              <a:rPr dirty="0"/>
              <a:t>Presented by</a:t>
            </a:r>
            <a:r>
              <a:rPr lang="en-US" dirty="0"/>
              <a:t> : Vaishali Sonanis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Multithreading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Multithreading is the ability of a program to execute multiple threads simultaneously to perform task concurrently</a:t>
            </a:r>
            <a:endParaRPr dirty="0"/>
          </a:p>
          <a:p>
            <a:r>
              <a:rPr lang="en-US" dirty="0"/>
              <a:t>Threads not dependent on each other</a:t>
            </a:r>
            <a:endParaRPr dirty="0"/>
          </a:p>
          <a:p>
            <a:r>
              <a:rPr dirty="0"/>
              <a:t>Benefits: Efficient CPU utilization, Faster program execution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vs Thread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Process: Independent execution unit with its own memory</a:t>
            </a:r>
          </a:p>
          <a:p>
            <a:r>
              <a:rPr dirty="0"/>
              <a:t>Thread: Subset of process, shares memory with other threads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36D4CD-D37F-92E0-E03D-B89EA1FD1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295" y="3712290"/>
            <a:ext cx="6409881" cy="27912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Life Cycle of a Thread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706" y="2249487"/>
            <a:ext cx="7835854" cy="3541714"/>
          </a:xfrm>
        </p:spPr>
        <p:txBody>
          <a:bodyPr/>
          <a:lstStyle/>
          <a:p>
            <a:r>
              <a:rPr dirty="0"/>
              <a:t>New</a:t>
            </a:r>
          </a:p>
          <a:p>
            <a:r>
              <a:rPr dirty="0"/>
              <a:t>Runnable</a:t>
            </a:r>
          </a:p>
          <a:p>
            <a:r>
              <a:rPr dirty="0"/>
              <a:t>Running</a:t>
            </a:r>
          </a:p>
          <a:p>
            <a:r>
              <a:rPr dirty="0"/>
              <a:t>Blocked/Waiting</a:t>
            </a:r>
          </a:p>
          <a:p>
            <a:r>
              <a:rPr dirty="0"/>
              <a:t>Terminated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21AE7C-FFAC-CE9E-7336-81020DB52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413" y="2500572"/>
            <a:ext cx="5477639" cy="253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Threads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Extending the Thread class</a:t>
            </a:r>
          </a:p>
          <a:p>
            <a:r>
              <a:rPr dirty="0"/>
              <a:t>Implementing the Runnable interface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Thread Class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5569" y="1964674"/>
            <a:ext cx="7429499" cy="3541714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start(),</a:t>
            </a:r>
            <a:endParaRPr lang="en-US" dirty="0"/>
          </a:p>
          <a:p>
            <a:r>
              <a:rPr dirty="0"/>
              <a:t> run(), </a:t>
            </a:r>
            <a:endParaRPr lang="en-US" dirty="0"/>
          </a:p>
          <a:p>
            <a:r>
              <a:rPr dirty="0"/>
              <a:t>sleep(),</a:t>
            </a:r>
            <a:endParaRPr lang="en-US" dirty="0"/>
          </a:p>
          <a:p>
            <a:r>
              <a:rPr dirty="0"/>
              <a:t> join(), </a:t>
            </a:r>
            <a:endParaRPr lang="en-US" dirty="0"/>
          </a:p>
          <a:p>
            <a:r>
              <a:rPr dirty="0"/>
              <a:t>yield(),</a:t>
            </a:r>
            <a:endParaRPr lang="en-US" dirty="0"/>
          </a:p>
          <a:p>
            <a:r>
              <a:rPr dirty="0"/>
              <a:t> </a:t>
            </a:r>
            <a:r>
              <a:rPr dirty="0" err="1"/>
              <a:t>setPriority</a:t>
            </a:r>
            <a:r>
              <a:rPr dirty="0"/>
              <a:t>(), </a:t>
            </a:r>
            <a:endParaRPr lang="en-US" dirty="0"/>
          </a:p>
          <a:p>
            <a:r>
              <a:rPr dirty="0" err="1"/>
              <a:t>getName</a:t>
            </a:r>
            <a:r>
              <a:rPr dirty="0"/>
              <a:t>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Synchronization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Problem of data inconsistency</a:t>
            </a:r>
          </a:p>
          <a:p>
            <a:r>
              <a:rPr dirty="0"/>
              <a:t>synchronized keyword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Inter-thread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wait(),</a:t>
            </a:r>
            <a:endParaRPr lang="en-US" dirty="0"/>
          </a:p>
          <a:p>
            <a:endParaRPr lang="en-US" dirty="0"/>
          </a:p>
          <a:p>
            <a:r>
              <a:rPr dirty="0"/>
              <a:t> notify(),</a:t>
            </a:r>
            <a:endParaRPr lang="en-US" dirty="0"/>
          </a:p>
          <a:p>
            <a:endParaRPr lang="en-US" dirty="0"/>
          </a:p>
          <a:p>
            <a:r>
              <a:rPr dirty="0"/>
              <a:t> </a:t>
            </a:r>
            <a:r>
              <a:rPr dirty="0" err="1"/>
              <a:t>notifyAll</a:t>
            </a:r>
            <a:r>
              <a:rPr dirty="0"/>
              <a:t>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Thread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MIN_PRIORITY (1)</a:t>
            </a:r>
          </a:p>
          <a:p>
            <a:r>
              <a:t>NORM_PRIORITY (5)</a:t>
            </a:r>
          </a:p>
          <a:p>
            <a:r>
              <a:t>MAX_PRIORITY (10)</a:t>
            </a:r>
          </a:p>
          <a:p>
            <a:r>
              <a:t>Impact on thread scheduling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and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Advantages: Better resource use, faster execution</a:t>
            </a:r>
          </a:p>
          <a:p>
            <a:r>
              <a:rPr dirty="0"/>
              <a:t>Disadvantages: Complex debugging, synchronization issues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servers</a:t>
            </a:r>
          </a:p>
          <a:p>
            <a:r>
              <a:t>Gaming</a:t>
            </a:r>
          </a:p>
          <a:p>
            <a:r>
              <a:t>Chat applications</a:t>
            </a:r>
          </a:p>
          <a:p>
            <a:r>
              <a:t>File downloading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and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Questions?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Contact Info (optional)</a:t>
            </a:r>
          </a:p>
          <a:p>
            <a:r>
              <a:t>Acknowledgment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402</TotalTime>
  <Words>195</Words>
  <Application>Microsoft Office PowerPoint</Application>
  <PresentationFormat>On-screen Show (4:3)</PresentationFormat>
  <Paragraphs>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Tw Cen MT</vt:lpstr>
      <vt:lpstr>Circuit</vt:lpstr>
      <vt:lpstr>Java Multithreading</vt:lpstr>
      <vt:lpstr>Introduction to Multithreading</vt:lpstr>
      <vt:lpstr>Process vs Thread</vt:lpstr>
      <vt:lpstr>Life Cycle of a Thread</vt:lpstr>
      <vt:lpstr>Creating Threads in Java</vt:lpstr>
      <vt:lpstr>Thread Class Methods</vt:lpstr>
      <vt:lpstr>Synchronization</vt:lpstr>
      <vt:lpstr>Inter-thread Communication</vt:lpstr>
      <vt:lpstr>Thread Priorities</vt:lpstr>
      <vt:lpstr>Advantages and Disadvantages</vt:lpstr>
      <vt:lpstr>Real-world Applications</vt:lpstr>
      <vt:lpstr>Questions and Answers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vaishali Sonanis</cp:lastModifiedBy>
  <cp:revision>3</cp:revision>
  <dcterms:created xsi:type="dcterms:W3CDTF">2013-01-27T09:14:16Z</dcterms:created>
  <dcterms:modified xsi:type="dcterms:W3CDTF">2026-04-30T09:34:11Z</dcterms:modified>
  <cp:category/>
</cp:coreProperties>
</file>