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addSld modSld">
      <pc:chgData name="vaishali Sonanis" userId="0daaaab4af2c05f1" providerId="LiveId" clId="{6697AB85-906A-4E89-B76B-0AA369ED93DE}" dt="2026-04-30T12:41:18.720" v="8" actId="22"/>
      <pc:docMkLst>
        <pc:docMk/>
      </pc:docMkLst>
      <pc:sldChg chg="addSp mod">
        <pc:chgData name="vaishali Sonanis" userId="0daaaab4af2c05f1" providerId="LiveId" clId="{6697AB85-906A-4E89-B76B-0AA369ED93DE}" dt="2026-04-30T12:39:26.652" v="0" actId="22"/>
        <pc:sldMkLst>
          <pc:docMk/>
          <pc:sldMk cId="0" sldId="268"/>
        </pc:sldMkLst>
        <pc:picChg chg="add">
          <ac:chgData name="vaishali Sonanis" userId="0daaaab4af2c05f1" providerId="LiveId" clId="{6697AB85-906A-4E89-B76B-0AA369ED93DE}" dt="2026-04-30T12:39:26.652" v="0" actId="22"/>
          <ac:picMkLst>
            <pc:docMk/>
            <pc:sldMk cId="0" sldId="268"/>
            <ac:picMk id="5" creationId="{776F54D6-AB48-9518-C66E-45DCE878DF2C}"/>
          </ac:picMkLst>
        </pc:picChg>
      </pc:sldChg>
      <pc:sldChg chg="addSp new mod">
        <pc:chgData name="vaishali Sonanis" userId="0daaaab4af2c05f1" providerId="LiveId" clId="{6697AB85-906A-4E89-B76B-0AA369ED93DE}" dt="2026-04-30T12:39:52.258" v="2" actId="22"/>
        <pc:sldMkLst>
          <pc:docMk/>
          <pc:sldMk cId="688599570" sldId="269"/>
        </pc:sldMkLst>
        <pc:picChg chg="add">
          <ac:chgData name="vaishali Sonanis" userId="0daaaab4af2c05f1" providerId="LiveId" clId="{6697AB85-906A-4E89-B76B-0AA369ED93DE}" dt="2026-04-30T12:39:52.258" v="2" actId="22"/>
          <ac:picMkLst>
            <pc:docMk/>
            <pc:sldMk cId="688599570" sldId="269"/>
            <ac:picMk id="3" creationId="{EB32F1C6-DB13-B570-54CE-2ADCFFF5755E}"/>
          </ac:picMkLst>
        </pc:picChg>
      </pc:sldChg>
      <pc:sldChg chg="addSp new mod">
        <pc:chgData name="vaishali Sonanis" userId="0daaaab4af2c05f1" providerId="LiveId" clId="{6697AB85-906A-4E89-B76B-0AA369ED93DE}" dt="2026-04-30T12:40:13.309" v="4" actId="22"/>
        <pc:sldMkLst>
          <pc:docMk/>
          <pc:sldMk cId="4038699246" sldId="270"/>
        </pc:sldMkLst>
        <pc:picChg chg="add">
          <ac:chgData name="vaishali Sonanis" userId="0daaaab4af2c05f1" providerId="LiveId" clId="{6697AB85-906A-4E89-B76B-0AA369ED93DE}" dt="2026-04-30T12:40:13.309" v="4" actId="22"/>
          <ac:picMkLst>
            <pc:docMk/>
            <pc:sldMk cId="4038699246" sldId="270"/>
            <ac:picMk id="3" creationId="{3E9EEF66-69E1-DC24-D9C2-419859597709}"/>
          </ac:picMkLst>
        </pc:picChg>
      </pc:sldChg>
      <pc:sldChg chg="addSp new mod">
        <pc:chgData name="vaishali Sonanis" userId="0daaaab4af2c05f1" providerId="LiveId" clId="{6697AB85-906A-4E89-B76B-0AA369ED93DE}" dt="2026-04-30T12:40:55.121" v="6" actId="22"/>
        <pc:sldMkLst>
          <pc:docMk/>
          <pc:sldMk cId="1501362097" sldId="271"/>
        </pc:sldMkLst>
        <pc:picChg chg="add">
          <ac:chgData name="vaishali Sonanis" userId="0daaaab4af2c05f1" providerId="LiveId" clId="{6697AB85-906A-4E89-B76B-0AA369ED93DE}" dt="2026-04-30T12:40:55.121" v="6" actId="22"/>
          <ac:picMkLst>
            <pc:docMk/>
            <pc:sldMk cId="1501362097" sldId="271"/>
            <ac:picMk id="3" creationId="{596AD357-E049-F0C5-8700-6CCC6ACE7D5B}"/>
          </ac:picMkLst>
        </pc:picChg>
      </pc:sldChg>
      <pc:sldChg chg="addSp new mod">
        <pc:chgData name="vaishali Sonanis" userId="0daaaab4af2c05f1" providerId="LiveId" clId="{6697AB85-906A-4E89-B76B-0AA369ED93DE}" dt="2026-04-30T12:41:18.720" v="8" actId="22"/>
        <pc:sldMkLst>
          <pc:docMk/>
          <pc:sldMk cId="1711172077" sldId="272"/>
        </pc:sldMkLst>
        <pc:picChg chg="add">
          <ac:chgData name="vaishali Sonanis" userId="0daaaab4af2c05f1" providerId="LiveId" clId="{6697AB85-906A-4E89-B76B-0AA369ED93DE}" dt="2026-04-30T12:41:18.720" v="8" actId="22"/>
          <ac:picMkLst>
            <pc:docMk/>
            <pc:sldMk cId="1711172077" sldId="272"/>
            <ac:picMk id="3" creationId="{CD124F33-BA5C-0144-E9E7-177B8C66814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7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87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91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14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98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01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13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5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524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7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90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0855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83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71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63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22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1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795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Java 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Learn how to work with files in Java</a:t>
            </a:r>
          </a:p>
          <a:p>
            <a:r>
              <a:rPr dirty="0"/>
              <a:t>Presented by: </a:t>
            </a:r>
            <a:r>
              <a:rPr lang="en-US" dirty="0"/>
              <a:t>Vaishali Sonanis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File handling allows reading/writing data to files stored on disk.</a:t>
            </a:r>
          </a:p>
          <a:p>
            <a:r>
              <a:t>- Useful for:</a:t>
            </a:r>
          </a:p>
          <a:p>
            <a:r>
              <a:t>  - Saving data permanently</a:t>
            </a:r>
          </a:p>
          <a:p>
            <a:r>
              <a:t>  - Reading configuration files</a:t>
            </a:r>
          </a:p>
          <a:p>
            <a:r>
              <a:t>  -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Important Classes in java.io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- File</a:t>
            </a:r>
          </a:p>
          <a:p>
            <a:r>
              <a:rPr dirty="0"/>
              <a:t>- </a:t>
            </a:r>
            <a:r>
              <a:rPr dirty="0" err="1"/>
              <a:t>FileReader</a:t>
            </a:r>
            <a:endParaRPr dirty="0"/>
          </a:p>
          <a:p>
            <a:r>
              <a:rPr dirty="0"/>
              <a:t>- </a:t>
            </a:r>
            <a:r>
              <a:rPr dirty="0" err="1"/>
              <a:t>BufferedReader</a:t>
            </a:r>
            <a:endParaRPr dirty="0"/>
          </a:p>
          <a:p>
            <a:r>
              <a:rPr dirty="0"/>
              <a:t>- </a:t>
            </a:r>
            <a:r>
              <a:rPr dirty="0" err="1"/>
              <a:t>FileWriter</a:t>
            </a:r>
            <a:endParaRPr dirty="0"/>
          </a:p>
          <a:p>
            <a:r>
              <a:rPr dirty="0"/>
              <a:t>- </a:t>
            </a:r>
            <a:r>
              <a:rPr dirty="0" err="1"/>
              <a:t>BufferedWriter</a:t>
            </a:r>
            <a:endParaRPr dirty="0"/>
          </a:p>
          <a:p>
            <a:r>
              <a:rPr dirty="0"/>
              <a:t>- </a:t>
            </a:r>
            <a:r>
              <a:rPr dirty="0" err="1"/>
              <a:t>PrintWriter</a:t>
            </a:r>
            <a:endParaRPr dirty="0"/>
          </a:p>
          <a:p>
            <a:r>
              <a:rPr dirty="0"/>
              <a:t>- Scanner (from </a:t>
            </a:r>
            <a:r>
              <a:rPr dirty="0" err="1"/>
              <a:t>java.util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File </a:t>
            </a:r>
            <a:r>
              <a:rPr dirty="0" err="1"/>
              <a:t>file</a:t>
            </a:r>
            <a:r>
              <a:rPr dirty="0"/>
              <a:t> = new File("example.txt");</a:t>
            </a:r>
          </a:p>
          <a:p>
            <a:r>
              <a:rPr dirty="0" err="1"/>
              <a:t>file.createNewFile</a:t>
            </a:r>
            <a:r>
              <a:rPr dirty="0"/>
              <a:t>(); // Creates file</a:t>
            </a:r>
          </a:p>
          <a:p>
            <a:r>
              <a:rPr dirty="0" err="1"/>
              <a:t>file.exists</a:t>
            </a:r>
            <a:r>
              <a:rPr dirty="0"/>
              <a:t>();        // Check if exists</a:t>
            </a:r>
          </a:p>
          <a:p>
            <a:r>
              <a:rPr dirty="0" err="1"/>
              <a:t>file.delete</a:t>
            </a:r>
            <a:r>
              <a:rPr dirty="0"/>
              <a:t>();        // Delete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to a File (FileWriter)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java.io.FileWriter;</a:t>
            </a:r>
          </a:p>
          <a:p>
            <a:endParaRPr/>
          </a:p>
          <a:p>
            <a:r>
              <a:t>FileWriter writer = new FileWriter("output.txt");</a:t>
            </a:r>
          </a:p>
          <a:p>
            <a:r>
              <a:t>writer.write("Hello, File Handling!");</a:t>
            </a:r>
          </a:p>
          <a:p>
            <a:r>
              <a:t>writer.close();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from a File (FileReader)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import </a:t>
            </a:r>
            <a:r>
              <a:rPr dirty="0" err="1"/>
              <a:t>java.io.FileReader</a:t>
            </a:r>
            <a:r>
              <a:rPr dirty="0"/>
              <a:t>;</a:t>
            </a:r>
          </a:p>
          <a:p>
            <a:r>
              <a:rPr dirty="0"/>
              <a:t>import </a:t>
            </a:r>
            <a:r>
              <a:rPr dirty="0" err="1"/>
              <a:t>java.io.IOException</a:t>
            </a:r>
            <a:r>
              <a:rPr dirty="0"/>
              <a:t>;</a:t>
            </a:r>
          </a:p>
          <a:p>
            <a:endParaRPr dirty="0"/>
          </a:p>
          <a:p>
            <a:r>
              <a:rPr dirty="0" err="1"/>
              <a:t>FileReader</a:t>
            </a:r>
            <a:r>
              <a:rPr dirty="0"/>
              <a:t> reader = new </a:t>
            </a:r>
            <a:r>
              <a:rPr dirty="0" err="1"/>
              <a:t>FileReader</a:t>
            </a:r>
            <a:r>
              <a:rPr dirty="0"/>
              <a:t>("output.txt");</a:t>
            </a:r>
          </a:p>
          <a:p>
            <a:r>
              <a:rPr dirty="0"/>
              <a:t>int data;</a:t>
            </a:r>
          </a:p>
          <a:p>
            <a:r>
              <a:rPr dirty="0"/>
              <a:t>while ((data = </a:t>
            </a:r>
            <a:r>
              <a:rPr dirty="0" err="1"/>
              <a:t>reader.read</a:t>
            </a:r>
            <a:r>
              <a:rPr dirty="0"/>
              <a:t>()) != -1) {</a:t>
            </a:r>
          </a:p>
          <a:p>
            <a:r>
              <a:rPr dirty="0"/>
              <a:t>    </a:t>
            </a:r>
            <a:r>
              <a:rPr dirty="0" err="1"/>
              <a:t>System.out.print</a:t>
            </a:r>
            <a:r>
              <a:rPr dirty="0"/>
              <a:t>((char) data);</a:t>
            </a:r>
          </a:p>
          <a:p>
            <a:r>
              <a:rPr dirty="0"/>
              <a:t>}</a:t>
            </a:r>
          </a:p>
          <a:p>
            <a:r>
              <a:rPr dirty="0" err="1"/>
              <a:t>reader.close</a:t>
            </a:r>
            <a:r>
              <a:rPr dirty="0"/>
              <a:t>();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BufferedWriter &amp; BufferedReader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BufferedWriter bw = new BufferedWriter(new FileWriter("file.txt"));</a:t>
            </a:r>
          </a:p>
          <a:p>
            <a:r>
              <a:t>bw.write("Buffered Writing");</a:t>
            </a:r>
          </a:p>
          <a:p>
            <a:r>
              <a:t>bw.close();</a:t>
            </a:r>
          </a:p>
          <a:p>
            <a:endParaRPr/>
          </a:p>
          <a:p>
            <a:r>
              <a:t>BufferedReader br = new BufferedReader(new FileReader("file.txt"));</a:t>
            </a:r>
          </a:p>
          <a:p>
            <a:r>
              <a:t>System.out.println(br.readLine());</a:t>
            </a:r>
          </a:p>
          <a:p>
            <a:r>
              <a:t>br.close();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Scanner to Read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import java.util.Scanner;</a:t>
            </a:r>
          </a:p>
          <a:p>
            <a:endParaRPr/>
          </a:p>
          <a:p>
            <a:r>
              <a:t>Scanner sc = new Scanner(new File("file.txt"));</a:t>
            </a:r>
          </a:p>
          <a:p>
            <a:r>
              <a:t>while (sc.hasNextLine()) {</a:t>
            </a:r>
          </a:p>
          <a:p>
            <a:r>
              <a:t>    System.out.println(sc.nextLine());</a:t>
            </a:r>
          </a:p>
          <a:p>
            <a:r>
              <a:t>}</a:t>
            </a:r>
          </a:p>
          <a:p>
            <a:r>
              <a:t>sc.close();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{</a:t>
            </a:r>
          </a:p>
          <a:p>
            <a:r>
              <a:t>   // file handling code</a:t>
            </a:r>
          </a:p>
          <a:p>
            <a:r>
              <a:t>} catch (IOException e) {</a:t>
            </a:r>
          </a:p>
          <a:p>
            <a:r>
              <a:t>   e.printStackTrace();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Methods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| Method            | Description           |</a:t>
            </a:r>
          </a:p>
          <a:p>
            <a:r>
              <a:t>|------------------|-----------------------|</a:t>
            </a:r>
          </a:p>
          <a:p>
            <a:r>
              <a:t>| exists()         | Checks if file exists |</a:t>
            </a:r>
          </a:p>
          <a:p>
            <a:r>
              <a:t>| createNewFile()  | Creates a new file    |</a:t>
            </a:r>
          </a:p>
          <a:p>
            <a:r>
              <a:t>| getName()        | Returns file name     |</a:t>
            </a:r>
          </a:p>
          <a:p>
            <a:r>
              <a:t>| getPath()        | Returns file path     |</a:t>
            </a:r>
          </a:p>
          <a:p>
            <a:r>
              <a:t>| delete()         | Deletes the file      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Always close streams.</a:t>
            </a:r>
          </a:p>
          <a:p>
            <a:r>
              <a:t>- Use try-with-resources in Java 7+.</a:t>
            </a:r>
          </a:p>
          <a:p>
            <a:r>
              <a:t>- Validate file paths.</a:t>
            </a:r>
          </a:p>
          <a:p>
            <a:r>
              <a:t>- Handle exceptions properly.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Java provides various classes for file handling.</a:t>
            </a:r>
          </a:p>
          <a:p>
            <a:r>
              <a:t>- Use readers/writers for character streams.</a:t>
            </a:r>
          </a:p>
          <a:p>
            <a:r>
              <a:t>- Use buffers for performance.</a:t>
            </a:r>
          </a:p>
          <a:p>
            <a:r>
              <a:t>- Handle exceptions to avoid runtime crashes.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Feel free to ask!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6F54D6-AB48-9518-C66E-45DCE878D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5549"/>
            <a:ext cx="9144000" cy="50269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2F1C6-DB13-B570-54CE-2ADCFFF57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1094"/>
            <a:ext cx="9144000" cy="521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99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9EEF66-69E1-DC24-D9C2-419859597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3" y="856891"/>
            <a:ext cx="9050013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99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6AD357-E049-F0C5-8700-6CCC6ACE7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2" y="875943"/>
            <a:ext cx="8964276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62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124F33-BA5C-0144-E9E7-177B8C668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425"/>
            <a:ext cx="9144000" cy="395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720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97</TotalTime>
  <Words>453</Words>
  <Application>Microsoft Office PowerPoint</Application>
  <PresentationFormat>On-screen Show (4:3)</PresentationFormat>
  <Paragraphs>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Tw Cen MT</vt:lpstr>
      <vt:lpstr>Circuit</vt:lpstr>
      <vt:lpstr>Java File Handling</vt:lpstr>
      <vt:lpstr>Introduction to File Handling</vt:lpstr>
      <vt:lpstr>Important Classes in java.io Package</vt:lpstr>
      <vt:lpstr>File Class</vt:lpstr>
      <vt:lpstr>Writing to a File (FileWriter)</vt:lpstr>
      <vt:lpstr>Reading from a File (FileReader)</vt:lpstr>
      <vt:lpstr>BufferedWriter &amp; BufferedReader</vt:lpstr>
      <vt:lpstr>Using Scanner to Read File</vt:lpstr>
      <vt:lpstr>Exception Handling</vt:lpstr>
      <vt:lpstr>File Methods Overview</vt:lpstr>
      <vt:lpstr>Best Practices</vt:lpstr>
      <vt:lpstr>Summary</vt:lpstr>
      <vt:lpstr>Thank You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vaishali Sonanis</cp:lastModifiedBy>
  <cp:revision>2</cp:revision>
  <dcterms:created xsi:type="dcterms:W3CDTF">2013-01-27T09:14:16Z</dcterms:created>
  <dcterms:modified xsi:type="dcterms:W3CDTF">2026-04-30T12:41:23Z</dcterms:modified>
  <cp:category/>
</cp:coreProperties>
</file>