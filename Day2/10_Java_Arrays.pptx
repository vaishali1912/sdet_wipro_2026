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modSld">
      <pc:chgData name="vaishali Sonanis" userId="0daaaab4af2c05f1" providerId="LiveId" clId="{6697AB85-906A-4E89-B76B-0AA369ED93DE}" dt="2026-04-23T13:01:28.588" v="7" actId="20577"/>
      <pc:docMkLst>
        <pc:docMk/>
      </pc:docMkLst>
      <pc:sldChg chg="modSp mod">
        <pc:chgData name="vaishali Sonanis" userId="0daaaab4af2c05f1" providerId="LiveId" clId="{6697AB85-906A-4E89-B76B-0AA369ED93DE}" dt="2026-04-23T13:01:28.588" v="7" actId="20577"/>
        <pc:sldMkLst>
          <pc:docMk/>
          <pc:sldMk cId="0" sldId="256"/>
        </pc:sldMkLst>
        <pc:spChg chg="mod">
          <ac:chgData name="vaishali Sonanis" userId="0daaaab4af2c05f1" providerId="LiveId" clId="{6697AB85-906A-4E89-B76B-0AA369ED93DE}" dt="2026-04-23T13:01:28.588" v="7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70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Today, we're diving into one of the most essential concepts in Java — Arrays. Let's explore how they help manage and organize data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Arrays are like containers that can store a fixed number of elements of the same type. Once declared, you can't change their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Imagine you need to store the marks of 100 students. Arrays make it possible without declaring 100 separate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You can declare arrays using either of these syntaxes. The first one is preferred because it clearly shows that it's an array of integers.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first line creates an array with 5 elements, all initialized to 0. The second line initializes the array directly with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Array elements are accessed using indexes, starting from 0. So `fruits[0]` is the first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first loop is a traditional for loop. The second is an enhanced for-each loop, which is simpler and cleaner.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useful utility methods provided by `java.util.Arrays` class for sorting, searching, and copying.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2D arrays are like tables. You can access elements using two indexes: `matrix[row][column]`.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Arrays are simple but have limitations. For more flexibility, Java provides collections like ArrayList.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questions will help reinforce what you've learned. Try them out in your 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Many complex structures like matrices, heaps, and graphs are built on arrays. Mastering them gives you a solid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That concludes our session on Java Arrays. Feel free to ask questions or try out some hands-on code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84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14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7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39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787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7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3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85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02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838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24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31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032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73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4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522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Arrays in Java</a:t>
            </a:r>
          </a:p>
          <a:p>
            <a:r>
              <a:rPr dirty="0"/>
              <a:t>Presented by: </a:t>
            </a:r>
            <a:r>
              <a:rPr lang="en-US"/>
              <a:t>Vaishali Sonawane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Array?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Collection of similar data types</a:t>
            </a:r>
          </a:p>
          <a:p>
            <a:r>
              <a:t>• Fixed size — defined at creation</a:t>
            </a:r>
          </a:p>
          <a:p>
            <a:r>
              <a:t>• Stored in contiguous memory locations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Arrays?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multiple values in one variable</a:t>
            </a:r>
          </a:p>
          <a:p>
            <a:r>
              <a:t>• Easy to access using indexing</a:t>
            </a:r>
          </a:p>
          <a:p>
            <a:r>
              <a:t>• Simplifies iteration using loops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Declaring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int[] myArray;</a:t>
            </a:r>
          </a:p>
          <a:p>
            <a:r>
              <a:t>String names[];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Initializing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int[] nums = new int[5];</a:t>
            </a:r>
          </a:p>
          <a:p>
            <a:r>
              <a:t>String[] fruits = {"Apple", "Mango", "Banana"};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Accessing Array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System.out.println(fruits[0]); // Output: Apple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Looping Through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for(int i=0; i&lt;fruits.length; i++) {</a:t>
            </a:r>
          </a:p>
          <a:p>
            <a:r>
              <a:t>   System.out.println(fruits[i]);</a:t>
            </a:r>
          </a:p>
          <a:p>
            <a:r>
              <a:t>}</a:t>
            </a:r>
          </a:p>
          <a:p>
            <a:endParaRPr/>
          </a:p>
          <a:p>
            <a:r>
              <a:t>for(String fruit : fruits) {</a:t>
            </a:r>
          </a:p>
          <a:p>
            <a:r>
              <a:t>   System.out.println(fruit);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array.length</a:t>
            </a:r>
          </a:p>
          <a:p>
            <a:r>
              <a:t>• Arrays.sort(array)</a:t>
            </a:r>
          </a:p>
          <a:p>
            <a:r>
              <a:t>• Arrays.copyOf(array, length)</a:t>
            </a:r>
          </a:p>
          <a:p>
            <a:r>
              <a:t>• Arrays.binarySearch(array, key)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Two-Dimensional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int[][] matrix = {</a:t>
            </a:r>
          </a:p>
          <a:p>
            <a:r>
              <a:t>  {1, 2},</a:t>
            </a:r>
          </a:p>
          <a:p>
            <a:r>
              <a:t>  {3, 4}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Fixed size</a:t>
            </a:r>
          </a:p>
          <a:p>
            <a:r>
              <a:rPr dirty="0"/>
              <a:t>• Cannot store mixed types</a:t>
            </a:r>
          </a:p>
          <a:p>
            <a:r>
              <a:rPr dirty="0"/>
              <a:t>• Memory inefficient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Declare an array of 10 numbers and print them.</a:t>
            </a:r>
          </a:p>
          <a:p>
            <a:r>
              <a:t>2. Find the max number in an array.</a:t>
            </a:r>
          </a:p>
          <a:p>
            <a:r>
              <a:t>3. Reverse the array.</a:t>
            </a:r>
          </a:p>
          <a:p>
            <a:r>
              <a:t>4. Create a 2D array and display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Tip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Arrays are the foundation for many advanced data structures.</a:t>
            </a:r>
          </a:p>
          <a:p>
            <a:r>
              <a:t>Master indexing and iteration.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Any </a:t>
            </a:r>
            <a:r>
              <a:t>Questions?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8</TotalTime>
  <Words>574</Words>
  <Application>Microsoft Office PowerPoint</Application>
  <PresentationFormat>On-screen Show (4:3)</PresentationFormat>
  <Paragraphs>64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</vt:lpstr>
      <vt:lpstr>Java Arrays</vt:lpstr>
      <vt:lpstr>What is an Array?</vt:lpstr>
      <vt:lpstr>Why Use Arrays?</vt:lpstr>
      <vt:lpstr>Declaring an Array</vt:lpstr>
      <vt:lpstr>Initializing Arrays</vt:lpstr>
      <vt:lpstr>Accessing Array Elements</vt:lpstr>
      <vt:lpstr>Looping Through an Array</vt:lpstr>
      <vt:lpstr>Common Operations</vt:lpstr>
      <vt:lpstr>Two-Dimensional Arrays</vt:lpstr>
      <vt:lpstr>Array Limitations</vt:lpstr>
      <vt:lpstr>Practice Questions</vt:lpstr>
      <vt:lpstr>Quick Tip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vaishali Sonanis</cp:lastModifiedBy>
  <cp:revision>3</cp:revision>
  <dcterms:created xsi:type="dcterms:W3CDTF">2013-01-27T09:14:16Z</dcterms:created>
  <dcterms:modified xsi:type="dcterms:W3CDTF">2026-04-23T13:01:28Z</dcterms:modified>
  <cp:category/>
</cp:coreProperties>
</file>