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73BE5-C83D-45C6-819D-3844C83ED6F8}" v="2" dt="2026-04-23T13:02:57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custSel modSld">
      <pc:chgData name="vaishali Sonanis" userId="0daaaab4af2c05f1" providerId="LiveId" clId="{6697AB85-906A-4E89-B76B-0AA369ED93DE}" dt="2026-04-23T13:02:57.529" v="27"/>
      <pc:docMkLst>
        <pc:docMk/>
      </pc:docMkLst>
      <pc:sldChg chg="modSp mod">
        <pc:chgData name="vaishali Sonanis" userId="0daaaab4af2c05f1" providerId="LiveId" clId="{6697AB85-906A-4E89-B76B-0AA369ED93DE}" dt="2026-04-23T13:02:57.529" v="2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57.529" v="2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57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58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aishali Sonanis" userId="0daaaab4af2c05f1" providerId="LiveId" clId="{6697AB85-906A-4E89-B76B-0AA369ED93DE}" dt="2026-04-23T13:02:42.557" v="1" actId="27636"/>
        <pc:sldMkLst>
          <pc:docMk/>
          <pc:sldMk cId="0" sldId="259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557" v="1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aishali Sonanis" userId="0daaaab4af2c05f1" providerId="LiveId" clId="{6697AB85-906A-4E89-B76B-0AA369ED93DE}" dt="2026-04-23T13:02:42.593" v="2" actId="27636"/>
        <pc:sldMkLst>
          <pc:docMk/>
          <pc:sldMk cId="0" sldId="260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593" v="2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vaishali Sonanis" userId="0daaaab4af2c05f1" providerId="LiveId" clId="{6697AB85-906A-4E89-B76B-0AA369ED93DE}" dt="2026-04-23T13:02:42.634" v="3" actId="27636"/>
        <pc:sldMkLst>
          <pc:docMk/>
          <pc:sldMk cId="0" sldId="261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634" v="3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62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63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64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65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5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vaishali Sonanis" userId="0daaaab4af2c05f1" providerId="LiveId" clId="{6697AB85-906A-4E89-B76B-0AA369ED93DE}" dt="2026-04-23T13:02:42.196" v="0"/>
        <pc:sldMkLst>
          <pc:docMk/>
          <pc:sldMk cId="0" sldId="266"/>
        </pc:sldMkLst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vaishali Sonanis" userId="0daaaab4af2c05f1" providerId="LiveId" clId="{6697AB85-906A-4E89-B76B-0AA369ED93DE}" dt="2026-04-23T13:02:42.196" v="0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7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8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5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5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7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1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1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3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9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95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611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2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36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84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3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92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Variables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Presented by= Vaishali Sonawane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variable is a container for storing data values.</a:t>
            </a:r>
          </a:p>
          <a:p>
            <a:r>
              <a:t>- Each variable in Java must be declared with a type.</a:t>
            </a:r>
          </a:p>
          <a:p>
            <a:r>
              <a:t>- Variables have a name, type, and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Variables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Local Variables</a:t>
            </a:r>
          </a:p>
          <a:p>
            <a:r>
              <a:t>- Instance Variables (non-static)</a:t>
            </a:r>
          </a:p>
          <a:p>
            <a:r>
              <a:t>- Static Variables (class variables)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Declared inside a method or block.</a:t>
            </a:r>
          </a:p>
          <a:p>
            <a:r>
              <a:t>- Scope is limited to that method or block.</a:t>
            </a:r>
          </a:p>
          <a:p>
            <a:r>
              <a:t>- Must be initialized before use.</a:t>
            </a:r>
          </a:p>
          <a:p>
            <a:endParaRPr/>
          </a:p>
          <a:p>
            <a:r>
              <a:t>Example:</a:t>
            </a:r>
          </a:p>
          <a:p>
            <a:r>
              <a:t>void method() {</a:t>
            </a:r>
          </a:p>
          <a:p>
            <a:r>
              <a:t>    int x = 10;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Instance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Declared inside a class but outside any method.</a:t>
            </a:r>
          </a:p>
          <a:p>
            <a:r>
              <a:t>- Created when an object is created.</a:t>
            </a:r>
          </a:p>
          <a:p>
            <a:r>
              <a:t>- Each object has its own copy.</a:t>
            </a:r>
          </a:p>
          <a:p>
            <a:endParaRPr/>
          </a:p>
          <a:p>
            <a:r>
              <a:t>Example:</a:t>
            </a:r>
          </a:p>
          <a:p>
            <a:r>
              <a:t>class Example {</a:t>
            </a:r>
          </a:p>
          <a:p>
            <a:r>
              <a:t>    int a;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Declared using the `static` keyword.</a:t>
            </a:r>
          </a:p>
          <a:p>
            <a:r>
              <a:t>- Shared among all instances of the class.</a:t>
            </a:r>
          </a:p>
          <a:p>
            <a:r>
              <a:t>- Initialized only once at class loading.</a:t>
            </a:r>
          </a:p>
          <a:p>
            <a:endParaRPr/>
          </a:p>
          <a:p>
            <a:r>
              <a:t>Example:</a:t>
            </a:r>
          </a:p>
          <a:p>
            <a:r>
              <a:t>class Example {</a:t>
            </a:r>
          </a:p>
          <a:p>
            <a:r>
              <a:t>    static int count;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Declaration and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Syntax:</a:t>
            </a:r>
          </a:p>
          <a:p>
            <a:r>
              <a:t>&lt;type&gt; &lt;variableName&gt; = &lt;value&gt;;</a:t>
            </a:r>
          </a:p>
          <a:p>
            <a:endParaRPr/>
          </a:p>
          <a:p>
            <a:r>
              <a:t>Example:</a:t>
            </a:r>
          </a:p>
          <a:p>
            <a:r>
              <a:t>int age = 25;</a:t>
            </a:r>
          </a:p>
          <a:p>
            <a:r>
              <a:t>String name = "Alice";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Naming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Must start with a letter, $, or _.</a:t>
            </a:r>
          </a:p>
          <a:p>
            <a:r>
              <a:t>- Cannot start with a number.</a:t>
            </a:r>
          </a:p>
          <a:p>
            <a:r>
              <a:t>- Cannot use reserved keywords.</a:t>
            </a:r>
          </a:p>
          <a:p>
            <a:r>
              <a:t>- Case-sensitive (e.g., `num` and `Num` are different).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meaningful names.</a:t>
            </a:r>
          </a:p>
          <a:p>
            <a:r>
              <a:t>- Follow camelCase convention.</a:t>
            </a:r>
          </a:p>
          <a:p>
            <a:r>
              <a:t>- Initialize variables before use.</a:t>
            </a:r>
          </a:p>
          <a:p>
            <a:r>
              <a:t>- Minimize scope of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Variables store data.</a:t>
            </a:r>
          </a:p>
          <a:p>
            <a:r>
              <a:t>- Types: local, instance, static.</a:t>
            </a:r>
          </a:p>
          <a:p>
            <a:r>
              <a:t>- Follow naming rules and best practices.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 about variables in Java?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</TotalTime>
  <Words>316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Understanding Variables in Java</vt:lpstr>
      <vt:lpstr>What is a Variable?</vt:lpstr>
      <vt:lpstr>Types of Variables in Java</vt:lpstr>
      <vt:lpstr>Local Variables</vt:lpstr>
      <vt:lpstr>Instance Variables</vt:lpstr>
      <vt:lpstr>Static Variables</vt:lpstr>
      <vt:lpstr>Variable Declaration and Initialization</vt:lpstr>
      <vt:lpstr>Variable Naming Rules</vt:lpstr>
      <vt:lpstr>Best Practices</vt:lpstr>
      <vt:lpstr>Quick Recap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1</cp:revision>
  <dcterms:created xsi:type="dcterms:W3CDTF">2013-01-27T09:14:16Z</dcterms:created>
  <dcterms:modified xsi:type="dcterms:W3CDTF">2026-04-23T13:03:04Z</dcterms:modified>
  <cp:category/>
</cp:coreProperties>
</file>