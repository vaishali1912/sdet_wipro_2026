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C51FE5-91EF-4685-A5D1-1C4103A8FF9B}" v="1" dt="2026-04-23T13:02:03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3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ali Sonanis" userId="0daaaab4af2c05f1" providerId="LiveId" clId="{6697AB85-906A-4E89-B76B-0AA369ED93DE}"/>
    <pc:docChg chg="modSld">
      <pc:chgData name="vaishali Sonanis" userId="0daaaab4af2c05f1" providerId="LiveId" clId="{6697AB85-906A-4E89-B76B-0AA369ED93DE}" dt="2026-04-23T13:02:03.728" v="0"/>
      <pc:docMkLst>
        <pc:docMk/>
      </pc:docMkLst>
      <pc:sldChg chg="modSp">
        <pc:chgData name="vaishali Sonanis" userId="0daaaab4af2c05f1" providerId="LiveId" clId="{6697AB85-906A-4E89-B76B-0AA369ED93DE}" dt="2026-04-23T13:02:03.728" v="0"/>
        <pc:sldMkLst>
          <pc:docMk/>
          <pc:sldMk cId="0" sldId="256"/>
        </pc:sldMkLst>
        <pc:spChg chg="mod">
          <ac:chgData name="vaishali Sonanis" userId="0daaaab4af2c05f1" providerId="LiveId" clId="{6697AB85-906A-4E89-B76B-0AA369ED93DE}" dt="2026-04-23T13:02:03.728" v="0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19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9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23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8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37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4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3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3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9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19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96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728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283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33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25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991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928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74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Understanding the `static` Keyword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Presented by=</a:t>
            </a:r>
            <a:r>
              <a:rPr lang="en-US"/>
              <a:t>Vaishali Sonawane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`static` Keyword?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- The `static` keyword in Java is used for memory management.</a:t>
            </a:r>
          </a:p>
          <a:p>
            <a:r>
              <a:t>- It can be applied to:</a:t>
            </a:r>
          </a:p>
          <a:p>
            <a:r>
              <a:t>  - Variables</a:t>
            </a:r>
          </a:p>
          <a:p>
            <a:r>
              <a:t>  - Methods</a:t>
            </a:r>
          </a:p>
          <a:p>
            <a:r>
              <a:t>  - Blocks</a:t>
            </a:r>
          </a:p>
          <a:p>
            <a:r>
              <a:t>  - Nested classes</a:t>
            </a:r>
          </a:p>
          <a:p>
            <a:r>
              <a:t>- Belongs to the class rather than instances.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- Shared among all instances of a class.</a:t>
            </a:r>
          </a:p>
          <a:p>
            <a:r>
              <a:t>- Memory allocated only once.</a:t>
            </a:r>
          </a:p>
          <a:p>
            <a:r>
              <a:t>- Commonly used for constants or shared data.</a:t>
            </a:r>
          </a:p>
          <a:p>
            <a:endParaRPr/>
          </a:p>
          <a:p>
            <a:r>
              <a:t>Example:</a:t>
            </a:r>
          </a:p>
          <a:p>
            <a:r>
              <a:t>class Example {</a:t>
            </a:r>
          </a:p>
          <a:p>
            <a:r>
              <a:t>    static int count =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t>- Belongs to the class.</a:t>
            </a:r>
          </a:p>
          <a:p>
            <a:r>
              <a:t>- Can be called without creating an object.</a:t>
            </a:r>
          </a:p>
          <a:p>
            <a:r>
              <a:t>- Cannot access non-static data directly.</a:t>
            </a:r>
          </a:p>
          <a:p>
            <a:endParaRPr/>
          </a:p>
          <a:p>
            <a:r>
              <a:t>Example:</a:t>
            </a:r>
          </a:p>
          <a:p>
            <a:r>
              <a:t>class Example {</a:t>
            </a:r>
          </a:p>
          <a:p>
            <a:r>
              <a:t>    static void display() {</a:t>
            </a:r>
          </a:p>
          <a:p>
            <a:r>
              <a:t>        System.out.println("Hello");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- Runs once when the class is loaded.</a:t>
            </a:r>
          </a:p>
          <a:p>
            <a:r>
              <a:t>- Used for static initialization.</a:t>
            </a:r>
          </a:p>
          <a:p>
            <a:endParaRPr/>
          </a:p>
          <a:p>
            <a:r>
              <a:t>Example:</a:t>
            </a:r>
          </a:p>
          <a:p>
            <a:r>
              <a:t>class Example {</a:t>
            </a:r>
          </a:p>
          <a:p>
            <a:r>
              <a:t>    static {</a:t>
            </a:r>
          </a:p>
          <a:p>
            <a:r>
              <a:t>        System.out.println("Static block executed");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Static Nested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- Can be defined within another class.</a:t>
            </a:r>
          </a:p>
          <a:p>
            <a:r>
              <a:t>- Cannot access non-static members of the outer class.</a:t>
            </a:r>
          </a:p>
          <a:p>
            <a:endParaRPr/>
          </a:p>
          <a:p>
            <a:r>
              <a:t>Example:</a:t>
            </a:r>
          </a:p>
          <a:p>
            <a:r>
              <a:t>class Outer {</a:t>
            </a:r>
          </a:p>
          <a:p>
            <a:r>
              <a:t>    static class Inner {</a:t>
            </a:r>
          </a:p>
          <a:p>
            <a:r>
              <a:t>        void show() {</a:t>
            </a:r>
          </a:p>
          <a:p>
            <a:r>
              <a:t>            System.out.println("Static Inner Class");</a:t>
            </a:r>
          </a:p>
          <a:p>
            <a:r>
              <a:t>        }</a:t>
            </a:r>
          </a:p>
          <a:p>
            <a:r>
              <a:t>    }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Static Can’t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Static methods can't use `this` or `super`.</a:t>
            </a:r>
          </a:p>
          <a:p>
            <a:r>
              <a:t>- Can't access instance variables/methods directly.</a:t>
            </a:r>
          </a:p>
          <a:p>
            <a:r>
              <a:t>- Limited flexibility compared to instance members.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`static`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Utility or helper methods (e.g., `Math.sqrt()`).</a:t>
            </a:r>
          </a:p>
          <a:p>
            <a:r>
              <a:t>- Constants (`static final`).</a:t>
            </a:r>
          </a:p>
          <a:p>
            <a:r>
              <a:t>- Shared resources or counters.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Static members are class-level.</a:t>
            </a:r>
          </a:p>
          <a:p>
            <a:r>
              <a:t>- Shared across all instances.</a:t>
            </a:r>
          </a:p>
          <a:p>
            <a:r>
              <a:t>- Saves memory, useful for constants, utilities, etc.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floor for questions and clarifications.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</TotalTime>
  <Words>343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Tw Cen MT</vt:lpstr>
      <vt:lpstr>Circuit</vt:lpstr>
      <vt:lpstr>Understanding the `static` Keyword in Java</vt:lpstr>
      <vt:lpstr>What is the `static` Keyword?</vt:lpstr>
      <vt:lpstr>Static Variables</vt:lpstr>
      <vt:lpstr>Static Methods</vt:lpstr>
      <vt:lpstr>Static Blocks</vt:lpstr>
      <vt:lpstr>Static Nested Classes</vt:lpstr>
      <vt:lpstr>What Static Can’t Do</vt:lpstr>
      <vt:lpstr>When to Use `static`</vt:lpstr>
      <vt:lpstr>Quick Recap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vaishali Sonanis</cp:lastModifiedBy>
  <cp:revision>2</cp:revision>
  <dcterms:created xsi:type="dcterms:W3CDTF">2013-01-27T09:14:16Z</dcterms:created>
  <dcterms:modified xsi:type="dcterms:W3CDTF">2026-04-23T13:02:04Z</dcterms:modified>
  <cp:category/>
</cp:coreProperties>
</file>