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3T13:01:09.907" v="6" actId="20577"/>
      <pc:docMkLst>
        <pc:docMk/>
      </pc:docMkLst>
      <pc:sldChg chg="modSp mod">
        <pc:chgData name="vaishali Sonanis" userId="0daaaab4af2c05f1" providerId="LiveId" clId="{6697AB85-906A-4E89-B76B-0AA369ED93DE}" dt="2026-04-23T13:01:09.907" v="6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3T13:01:09.907" v="6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4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4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3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8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6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0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0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94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04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59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1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85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63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656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7" y="237943"/>
            <a:ext cx="6593681" cy="2387600"/>
          </a:xfrm>
        </p:spPr>
        <p:txBody>
          <a:bodyPr/>
          <a:lstStyle/>
          <a:p>
            <a:r>
              <a:rPr lang="en-US" dirty="0"/>
              <a:t>Strings</a:t>
            </a:r>
            <a:r>
              <a:rPr dirty="0"/>
              <a:t>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Strings in java(Topic 9)</a:t>
            </a:r>
          </a:p>
          <a:p>
            <a:r>
              <a:rPr lang="en-US" dirty="0"/>
              <a:t>Trainer: </a:t>
            </a:r>
            <a:r>
              <a:rPr lang="en-US"/>
              <a:t>Vaishali Sonawane|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F1DA91-A352-8869-F2AA-0A807491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18" y="2380328"/>
            <a:ext cx="750833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offers three string-handling classes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Immutable, thread-safe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 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Mutable, thread-safe (synchronized)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StringBuilder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Mutable,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thread-safe, faster than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 Buffer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977" y="618518"/>
            <a:ext cx="6726582" cy="1060380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IN" dirty="0"/>
              <a:t>String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3B7956-C29F-39A7-51AD-FAFE694CD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177" y="2097088"/>
            <a:ext cx="67265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Immutable sequence of characters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Pool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memory-efficient for reuse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for static text; poor performance when modified repeatedly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799A8B4-8EC1-1855-78CC-360F44017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645" y="262328"/>
            <a:ext cx="7429499" cy="910479"/>
          </a:xfrm>
        </p:spPr>
        <p:txBody>
          <a:bodyPr/>
          <a:lstStyle/>
          <a:p>
            <a:r>
              <a:rPr lang="en-US" dirty="0"/>
              <a:t>Memory Management for String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A3CA4-AD26-F600-2B1C-B9C43CF97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36" y="1409268"/>
            <a:ext cx="7934916" cy="51864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9DC3D2-8CC3-B4E8-BDEF-74F89017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47" y="1948722"/>
            <a:ext cx="7492475" cy="4646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CB436E-DDBA-8F4A-B135-722F5CBBC9F8}"/>
              </a:ext>
            </a:extLst>
          </p:cNvPr>
          <p:cNvSpPr txBox="1"/>
          <p:nvPr/>
        </p:nvSpPr>
        <p:spPr>
          <a:xfrm>
            <a:off x="1349115" y="374754"/>
            <a:ext cx="68399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STRING CONSTANT POOL AND HEAP MEMORY MANAGEMENT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72244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String buffer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BCAA6F-86CC-4EEB-6223-0A2ED293F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2953" y="2124557"/>
            <a:ext cx="614623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Mutable + synchronized →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thread-safe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slower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for multi-threaded string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Legacy class available since JDK 1.0.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StringBuffer sb = new StringBuffer("Hello");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sb.append(" World");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Output:=&gt;Hello world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361" y="618518"/>
            <a:ext cx="7311198" cy="1478570"/>
          </a:xfrm>
        </p:spPr>
        <p:txBody>
          <a:bodyPr/>
          <a:lstStyle/>
          <a:p>
            <a:r>
              <a:rPr lang="en-US" dirty="0"/>
              <a:t>String builder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3A5E9F-FE71-A58D-0EB8-897303AC8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6060" y="2512241"/>
            <a:ext cx="696056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Introduced in JDK 1.5: mutable but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thread-safe.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string manipulation.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Ideal for loops, dynamic content in single-threaded 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StringBuilder sb = new StringBuilder("Hi");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sb.append(" Java");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Output:=&gt; Hi Java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Choosing the Right Class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7419614-920D-BBB1-70BC-18E1E340C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991" y="2134913"/>
            <a:ext cx="768833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immutable, safe, when no heavy modifications.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StringBuilder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fast and efficient in single-threaded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StringBuffer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only when you need synchronized access from multiple threads.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Conversions for string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4126" y="2249486"/>
            <a:ext cx="7555042" cy="4166303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StringBuilder sb = new StringBuilder(str); </a:t>
            </a:r>
          </a:p>
          <a:p>
            <a:pPr marL="0" indent="0">
              <a:buNone/>
            </a:pPr>
            <a:r>
              <a:rPr lang="en-IN" dirty="0"/>
              <a:t> // String → StringBuilder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String str = sb.toString(); </a:t>
            </a:r>
          </a:p>
          <a:p>
            <a:pPr marL="0" indent="0">
              <a:buNone/>
            </a:pPr>
            <a:r>
              <a:rPr lang="en-IN" dirty="0"/>
              <a:t>// StringBuilder → String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StringBuffer sbf = new StringBuffer(str);         </a:t>
            </a:r>
          </a:p>
          <a:p>
            <a:pPr marL="0" indent="0">
              <a:buNone/>
            </a:pPr>
            <a:r>
              <a:rPr lang="en-IN" dirty="0"/>
              <a:t>// Cross conversion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37</TotalTime>
  <Words>254</Words>
  <Application>Microsoft Office PowerPoint</Application>
  <PresentationFormat>On-screen Show (4:3)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Unicode MS</vt:lpstr>
      <vt:lpstr>Tw Cen MT</vt:lpstr>
      <vt:lpstr>Circuit</vt:lpstr>
      <vt:lpstr>Strings in Java</vt:lpstr>
      <vt:lpstr>Introduction</vt:lpstr>
      <vt:lpstr>What is String</vt:lpstr>
      <vt:lpstr>Memory Management for String</vt:lpstr>
      <vt:lpstr>PowerPoint Presentation</vt:lpstr>
      <vt:lpstr>   String buffer</vt:lpstr>
      <vt:lpstr>String builder</vt:lpstr>
      <vt:lpstr>Choosing the Right Class</vt:lpstr>
      <vt:lpstr>Conversions for string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4</cp:revision>
  <dcterms:created xsi:type="dcterms:W3CDTF">2013-01-27T09:14:16Z</dcterms:created>
  <dcterms:modified xsi:type="dcterms:W3CDTF">2026-04-23T13:01:10Z</dcterms:modified>
  <cp:category/>
</cp:coreProperties>
</file>